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olors1.xml" ContentType="application/vnd.ms-office.chartcolorstyle+xml"/>
  <Override PartName="/ppt/charts/colors2.xml" ContentType="application/vnd.ms-office.chartcolorstyle+xml"/>
  <Override PartName="/ppt/charts/style1.xml" ContentType="application/vnd.ms-office.chartstyle+xml"/>
  <Override PartName="/ppt/charts/style2.xml" ContentType="application/vnd.ms-office.chartstyle+xml"/>
  <Override PartName="/ppt/drawings/drawing1.xml" ContentType="application/vnd.openxmlformats-officedocument.drawingml.chartshap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3"/>
  </p:notesMasterIdLst>
  <p:sldIdLst>
    <p:sldId id="256" r:id="rId2"/>
    <p:sldId id="257" r:id="rId3"/>
    <p:sldId id="281" r:id="rId4"/>
    <p:sldId id="288" r:id="rId5"/>
    <p:sldId id="283" r:id="rId6"/>
    <p:sldId id="260" r:id="rId7"/>
    <p:sldId id="284" r:id="rId8"/>
    <p:sldId id="285" r:id="rId9"/>
    <p:sldId id="286" r:id="rId10"/>
    <p:sldId id="287" r:id="rId11"/>
    <p:sldId id="280" r:id="rId12"/>
  </p:sldIdLst>
  <p:sldSz cx="20104100" cy="12776200"/>
  <p:notesSz cx="20104100" cy="12776200"/>
  <p:defaultTextStyle>
    <a:defPPr>
      <a:defRPr kern="0"/>
    </a:defPPr>
  </p:defaultTextStyle>
  <p:extLst>
    <p:ext uri="{521415D9-36F7-43E2-AB2F-B90AF26B5E84}">
      <p14:sectionLst xmlns:p14="http://schemas.microsoft.com/office/powerpoint/2010/main">
        <p14:section name="Default Section" id="{F38C3437-7EDD-4DF6-A325-0D8CE4257B37}">
          <p14:sldIdLst>
            <p14:sldId id="256"/>
            <p14:sldId id="257"/>
            <p14:sldId id="281"/>
            <p14:sldId id="288"/>
            <p14:sldId id="283"/>
            <p14:sldId id="260"/>
            <p14:sldId id="284"/>
            <p14:sldId id="285"/>
          </p14:sldIdLst>
        </p14:section>
        <p14:section name="Untitled Section" id="{2CCA08FA-59EB-4409-8798-36761829B972}">
          <p14:sldIdLst>
            <p14:sldId id="286"/>
            <p14:sldId id="287"/>
            <p14:sldId id="280"/>
          </p14:sldIdLst>
        </p14:section>
      </p14:sectionLst>
    </p:ex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7EBFC"/>
    <a:srgbClr val="E2675A"/>
    <a:srgbClr val="FED52D"/>
    <a:srgbClr val="F26949"/>
    <a:srgbClr val="783030"/>
    <a:srgbClr val="D1A4A3"/>
    <a:srgbClr val="C6AD9A"/>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370"/>
    <p:restoredTop sz="94667"/>
  </p:normalViewPr>
  <p:slideViewPr>
    <p:cSldViewPr>
      <p:cViewPr varScale="1">
        <p:scale>
          <a:sx n="44" d="100"/>
          <a:sy n="44" d="100"/>
        </p:scale>
        <p:origin x="1094" y="77"/>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microsoft.com/office/2011/relationships/chartStyle" Target="style2.xml"/><Relationship Id="rId2" Type="http://schemas.microsoft.com/office/2011/relationships/chartColorStyle" Target="colors2.xml"/><Relationship Id="rId3" Type="http://schemas.openxmlformats.org/officeDocument/2006/relationships/package" Target="../embeddings/Microsoft_Excel_Worksheet1.xlsx"/><Relationship Id="rId4" Type="http://schemas.openxmlformats.org/officeDocument/2006/relationships/chartUserShapes" Target="../drawings/drawing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6872566481085214"/>
          <c:y val="2.8864435098231261E-2"/>
          <c:w val="0.4625485956344671"/>
          <c:h val="0.90953893800419283"/>
        </c:manualLayout>
      </c:layout>
      <c:pieChart>
        <c:varyColors val="1"/>
        <c:ser>
          <c:idx val="0"/>
          <c:order val="0"/>
          <c:tx>
            <c:strRef>
              <c:f>Sheet1!$B$1</c:f>
              <c:strCache>
                <c:ptCount val="1"/>
                <c:pt idx="0">
                  <c:v>Campaigns</c:v>
                </c:pt>
              </c:strCache>
            </c:strRef>
          </c:tx>
          <c:dPt>
            <c:idx val="0"/>
            <c:bubble3D val="0"/>
            <c:spPr>
              <a:solidFill>
                <a:srgbClr val="FED52D"/>
              </a:solidFill>
              <a:ln>
                <a:noFill/>
              </a:ln>
              <a:effectLst/>
              <a:scene3d>
                <a:camera prst="orthographicFront"/>
                <a:lightRig rig="brightRoom" dir="t"/>
              </a:scene3d>
              <a:sp3d prstMaterial="flat">
                <a:bevelT w="50800" h="101600" prst="angle"/>
                <a:contourClr>
                  <a:srgbClr val="000000"/>
                </a:contourClr>
              </a:sp3d>
            </c:spPr>
            <c:extLst>
              <c:ext xmlns:c16="http://schemas.microsoft.com/office/drawing/2014/chart" uri="{C3380CC4-5D6E-409C-BE32-E72D297353CC}">
                <c16:uniqueId val="{00000001-E59C-4403-9381-BE0854E51F16}"/>
              </c:ext>
            </c:extLst>
          </c:dPt>
          <c:dPt>
            <c:idx val="1"/>
            <c:bubble3D val="0"/>
            <c:spPr>
              <a:solidFill>
                <a:srgbClr val="FF0000"/>
              </a:solidFill>
              <a:ln>
                <a:noFill/>
              </a:ln>
              <a:effectLst/>
              <a:scene3d>
                <a:camera prst="orthographicFront"/>
                <a:lightRig rig="brightRoom" dir="t"/>
              </a:scene3d>
              <a:sp3d prstMaterial="flat">
                <a:bevelT w="50800" h="101600" prst="angle"/>
                <a:contourClr>
                  <a:srgbClr val="000000"/>
                </a:contourClr>
              </a:sp3d>
            </c:spPr>
            <c:extLst>
              <c:ext xmlns:c16="http://schemas.microsoft.com/office/drawing/2014/chart" uri="{C3380CC4-5D6E-409C-BE32-E72D297353CC}">
                <c16:uniqueId val="{00000003-E59C-4403-9381-BE0854E51F16}"/>
              </c:ext>
            </c:extLst>
          </c:dPt>
          <c:dPt>
            <c:idx val="2"/>
            <c:bubble3D val="0"/>
            <c:spPr>
              <a:solidFill>
                <a:schemeClr val="tx1">
                  <a:lumMod val="95000"/>
                  <a:lumOff val="5000"/>
                </a:schemeClr>
              </a:solidFill>
              <a:ln>
                <a:noFill/>
              </a:ln>
              <a:effectLst/>
              <a:scene3d>
                <a:camera prst="orthographicFront"/>
                <a:lightRig rig="brightRoom" dir="t"/>
              </a:scene3d>
              <a:sp3d prstMaterial="flat">
                <a:bevelT w="50800" h="101600" prst="angle"/>
                <a:contourClr>
                  <a:srgbClr val="000000"/>
                </a:contourClr>
              </a:sp3d>
            </c:spPr>
            <c:extLst>
              <c:ext xmlns:c16="http://schemas.microsoft.com/office/drawing/2014/chart" uri="{C3380CC4-5D6E-409C-BE32-E72D297353CC}">
                <c16:uniqueId val="{00000005-E59C-4403-9381-BE0854E51F16}"/>
              </c:ext>
            </c:extLst>
          </c:dPt>
          <c:dLbls>
            <c:delete val="1"/>
          </c:dLbls>
          <c:cat>
            <c:strRef>
              <c:f>Sheet1!$A$2:$A$4</c:f>
              <c:strCache>
                <c:ptCount val="3"/>
                <c:pt idx="0">
                  <c:v>Below Target</c:v>
                </c:pt>
                <c:pt idx="1">
                  <c:v>Above Target</c:v>
                </c:pt>
                <c:pt idx="2">
                  <c:v>Non-Converting</c:v>
                </c:pt>
              </c:strCache>
            </c:strRef>
          </c:cat>
          <c:val>
            <c:numRef>
              <c:f>Sheet1!$B$2:$B$4</c:f>
              <c:numCache>
                <c:formatCode>General</c:formatCode>
                <c:ptCount val="3"/>
                <c:pt idx="0">
                  <c:v>37</c:v>
                </c:pt>
                <c:pt idx="1">
                  <c:v>11</c:v>
                </c:pt>
                <c:pt idx="2">
                  <c:v>559</c:v>
                </c:pt>
              </c:numCache>
            </c:numRef>
          </c:val>
          <c:extLst>
            <c:ext xmlns:c16="http://schemas.microsoft.com/office/drawing/2014/chart" uri="{C3380CC4-5D6E-409C-BE32-E72D297353CC}">
              <c16:uniqueId val="{00000006-E59C-4403-9381-BE0854E51F16}"/>
            </c:ext>
          </c:extLst>
        </c:ser>
        <c:dLbls>
          <c:dLblPos val="inEnd"/>
          <c:showLegendKey val="0"/>
          <c:showVal val="0"/>
          <c:showCatName val="0"/>
          <c:showSerName val="0"/>
          <c:showPercent val="1"/>
          <c:showBubbleSize val="0"/>
          <c:showLeaderLines val="1"/>
        </c:dLbls>
        <c:firstSliceAng val="0"/>
      </c:pieChart>
      <c:spPr>
        <a:noFill/>
        <a:ln>
          <a:noFill/>
        </a:ln>
        <a:effectLst/>
      </c:spPr>
    </c:plotArea>
    <c:legend>
      <c:legendPos val="r"/>
      <c:layout>
        <c:manualLayout>
          <c:xMode val="edge"/>
          <c:yMode val="edge"/>
          <c:x val="0.69890500747122208"/>
          <c:y val="0.81999981982897907"/>
          <c:w val="0.30109499252877797"/>
          <c:h val="0.1552768552950011"/>
        </c:manualLayout>
      </c:layout>
      <c:overlay val="0"/>
      <c:spPr>
        <a:noFill/>
        <a:ln>
          <a:noFill/>
        </a:ln>
        <a:effectLst/>
      </c:spPr>
      <c:txPr>
        <a:bodyPr rot="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6872566481085214"/>
          <c:y val="2.8864435098231261E-2"/>
          <c:w val="0.4625485956344671"/>
          <c:h val="0.90953893800419283"/>
        </c:manualLayout>
      </c:layout>
      <c:pieChart>
        <c:varyColors val="1"/>
        <c:ser>
          <c:idx val="0"/>
          <c:order val="0"/>
          <c:tx>
            <c:strRef>
              <c:f>Sheet1!$B$1</c:f>
              <c:strCache>
                <c:ptCount val="1"/>
                <c:pt idx="0">
                  <c:v>Keywords</c:v>
                </c:pt>
              </c:strCache>
            </c:strRef>
          </c:tx>
          <c:dPt>
            <c:idx val="0"/>
            <c:bubble3D val="0"/>
            <c:spPr>
              <a:solidFill>
                <a:srgbClr val="FED52D"/>
              </a:solidFill>
              <a:ln>
                <a:noFill/>
              </a:ln>
              <a:effectLst/>
              <a:scene3d>
                <a:camera prst="orthographicFront"/>
                <a:lightRig rig="brightRoom" dir="t"/>
              </a:scene3d>
              <a:sp3d prstMaterial="flat">
                <a:bevelT w="50800" h="101600" prst="angle"/>
                <a:contourClr>
                  <a:srgbClr val="000000"/>
                </a:contourClr>
              </a:sp3d>
            </c:spPr>
            <c:extLst>
              <c:ext xmlns:c16="http://schemas.microsoft.com/office/drawing/2014/chart" uri="{C3380CC4-5D6E-409C-BE32-E72D297353CC}">
                <c16:uniqueId val="{00000002-56DE-4527-A47C-F467D0E02F7F}"/>
              </c:ext>
            </c:extLst>
          </c:dPt>
          <c:dPt>
            <c:idx val="1"/>
            <c:bubble3D val="0"/>
            <c:spPr>
              <a:solidFill>
                <a:srgbClr val="FF0000"/>
              </a:solidFill>
              <a:ln>
                <a:noFill/>
              </a:ln>
              <a:effectLst/>
              <a:scene3d>
                <a:camera prst="orthographicFront"/>
                <a:lightRig rig="brightRoom" dir="t"/>
              </a:scene3d>
              <a:sp3d prstMaterial="flat">
                <a:bevelT w="50800" h="101600" prst="angle"/>
                <a:contourClr>
                  <a:srgbClr val="000000"/>
                </a:contourClr>
              </a:sp3d>
            </c:spPr>
            <c:extLst>
              <c:ext xmlns:c16="http://schemas.microsoft.com/office/drawing/2014/chart" uri="{C3380CC4-5D6E-409C-BE32-E72D297353CC}">
                <c16:uniqueId val="{00000003-56DE-4527-A47C-F467D0E02F7F}"/>
              </c:ext>
            </c:extLst>
          </c:dPt>
          <c:dPt>
            <c:idx val="2"/>
            <c:bubble3D val="0"/>
            <c:spPr>
              <a:solidFill>
                <a:schemeClr val="tx1">
                  <a:lumMod val="95000"/>
                  <a:lumOff val="5000"/>
                </a:schemeClr>
              </a:solidFill>
              <a:ln>
                <a:noFill/>
              </a:ln>
              <a:effectLst/>
              <a:scene3d>
                <a:camera prst="orthographicFront"/>
                <a:lightRig rig="brightRoom" dir="t"/>
              </a:scene3d>
              <a:sp3d prstMaterial="flat">
                <a:bevelT w="50800" h="101600" prst="angle"/>
                <a:contourClr>
                  <a:srgbClr val="000000"/>
                </a:contourClr>
              </a:sp3d>
            </c:spPr>
            <c:extLst>
              <c:ext xmlns:c16="http://schemas.microsoft.com/office/drawing/2014/chart" uri="{C3380CC4-5D6E-409C-BE32-E72D297353CC}">
                <c16:uniqueId val="{00000001-56DE-4527-A47C-F467D0E02F7F}"/>
              </c:ext>
            </c:extLst>
          </c:dPt>
          <c:dLbls>
            <c:delete val="1"/>
          </c:dLbls>
          <c:cat>
            <c:strRef>
              <c:f>Sheet1!$A$2:$A$4</c:f>
              <c:strCache>
                <c:ptCount val="3"/>
                <c:pt idx="0">
                  <c:v>Total Duplicates</c:v>
                </c:pt>
                <c:pt idx="1">
                  <c:v>Unique Duplicates</c:v>
                </c:pt>
                <c:pt idx="2">
                  <c:v>Exact+Phrase</c:v>
                </c:pt>
              </c:strCache>
            </c:strRef>
          </c:cat>
          <c:val>
            <c:numRef>
              <c:f>Sheet1!$B$2:$B$4</c:f>
              <c:numCache>
                <c:formatCode>General</c:formatCode>
                <c:ptCount val="3"/>
                <c:pt idx="0">
                  <c:v>108</c:v>
                </c:pt>
                <c:pt idx="1">
                  <c:v>44</c:v>
                </c:pt>
                <c:pt idx="2">
                  <c:v>11</c:v>
                </c:pt>
              </c:numCache>
            </c:numRef>
          </c:val>
          <c:extLst>
            <c:ext xmlns:c16="http://schemas.microsoft.com/office/drawing/2014/chart" uri="{C3380CC4-5D6E-409C-BE32-E72D297353CC}">
              <c16:uniqueId val="{00000000-56DE-4527-A47C-F467D0E02F7F}"/>
            </c:ext>
          </c:extLst>
        </c:ser>
        <c:dLbls>
          <c:dLblPos val="inEnd"/>
          <c:showLegendKey val="0"/>
          <c:showVal val="0"/>
          <c:showCatName val="0"/>
          <c:showSerName val="0"/>
          <c:showPercent val="1"/>
          <c:showBubbleSize val="0"/>
          <c:showLeaderLines val="1"/>
        </c:dLbls>
        <c:firstSliceAng val="0"/>
      </c:pieChart>
      <c:spPr>
        <a:noFill/>
        <a:ln>
          <a:noFill/>
        </a:ln>
        <a:effectLst/>
      </c:spPr>
    </c:plotArea>
    <c:legend>
      <c:legendPos val="r"/>
      <c:layout>
        <c:manualLayout>
          <c:xMode val="edge"/>
          <c:yMode val="edge"/>
          <c:x val="0.66054649249261777"/>
          <c:y val="0.81524795320472299"/>
          <c:w val="0.33091028789753157"/>
          <c:h val="0.1576342242558938"/>
        </c:manualLayout>
      </c:layout>
      <c:overlay val="0"/>
      <c:spPr>
        <a:noFill/>
        <a:ln>
          <a:noFill/>
        </a:ln>
        <a:effectLst/>
      </c:spPr>
      <c:txPr>
        <a:bodyPr rot="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userShapes r:id="rId4"/>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8">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lt1"/>
    </cs:fontRef>
    <cs:defRPr sz="1197" b="1"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a:scene3d>
        <a:camera prst="orthographicFront"/>
        <a:lightRig rig="brightRoom" dir="t"/>
      </a:scene3d>
      <a:sp3d prstMaterial="flat">
        <a:bevelT w="50800" h="101600" prst="angle"/>
        <a:contourClr>
          <a:srgbClr val="000000"/>
        </a:contourClr>
      </a:sp3d>
    </cs:spPr>
  </cs:dataPoint>
  <cs:dataPoint3D>
    <cs:lnRef idx="0"/>
    <cs:fillRef idx="0">
      <cs:styleClr val="auto"/>
    </cs:fillRef>
    <cs:effectRef idx="0"/>
    <cs:fontRef idx="minor">
      <a:schemeClr val="tx1"/>
    </cs:fontRef>
    <cs:spPr>
      <a:solidFill>
        <a:schemeClr val="phClr"/>
      </a:solidFill>
      <a:ln w="1905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1" i="0" kern="1200" cap="all" spc="50" baseline="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8">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lt1"/>
    </cs:fontRef>
    <cs:defRPr sz="1197" b="1"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a:scene3d>
        <a:camera prst="orthographicFront"/>
        <a:lightRig rig="brightRoom" dir="t"/>
      </a:scene3d>
      <a:sp3d prstMaterial="flat">
        <a:bevelT w="50800" h="101600" prst="angle"/>
        <a:contourClr>
          <a:srgbClr val="000000"/>
        </a:contourClr>
      </a:sp3d>
    </cs:spPr>
  </cs:dataPoint>
  <cs:dataPoint3D>
    <cs:lnRef idx="0"/>
    <cs:fillRef idx="0">
      <cs:styleClr val="auto"/>
    </cs:fillRef>
    <cs:effectRef idx="0"/>
    <cs:fontRef idx="minor">
      <a:schemeClr val="tx1"/>
    </cs:fontRef>
    <cs:spPr>
      <a:solidFill>
        <a:schemeClr val="phClr"/>
      </a:solidFill>
      <a:ln w="1905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1" i="0" kern="1200" cap="all" spc="50" baseline="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rawings/drawing1.xml><?xml version="1.0" encoding="utf-8"?>
<c:userShapes xmlns:c="http://schemas.openxmlformats.org/drawingml/2006/chart">
  <cdr:relSizeAnchor xmlns:cdr="http://schemas.openxmlformats.org/drawingml/2006/chartDrawing">
    <cdr:from>
      <cdr:x>0.73025</cdr:x>
      <cdr:y>0.04543</cdr:y>
    </cdr:from>
    <cdr:to>
      <cdr:x>0.98708</cdr:x>
      <cdr:y>0.0982</cdr:y>
    </cdr:to>
    <cdr:sp macro="" textlink="">
      <cdr:nvSpPr>
        <cdr:cNvPr id="2" name="object 18">
          <a:extLst xmlns:a="http://schemas.openxmlformats.org/drawingml/2006/main">
            <a:ext uri="{FF2B5EF4-FFF2-40B4-BE49-F238E27FC236}">
              <a16:creationId xmlns:a16="http://schemas.microsoft.com/office/drawing/2014/main" id="{428D773D-1974-843A-8B7A-46B8A9B37218}"/>
            </a:ext>
          </a:extLst>
        </cdr:cNvPr>
        <cdr:cNvSpPr txBox="1">
          <a:spLocks xmlns:a="http://schemas.openxmlformats.org/drawingml/2006/main"/>
        </cdr:cNvSpPr>
      </cdr:nvSpPr>
      <cdr:spPr>
        <a:xfrm xmlns:a="http://schemas.openxmlformats.org/drawingml/2006/main">
          <a:off x="9770088" y="278158"/>
          <a:ext cx="3436064" cy="323165"/>
        </a:xfrm>
        <a:prstGeom xmlns:a="http://schemas.openxmlformats.org/drawingml/2006/main" prst="rect">
          <a:avLst/>
        </a:prstGeom>
      </cdr:spPr>
      <cdr:txBody>
        <a:bodyPr xmlns:a="http://schemas.openxmlformats.org/drawingml/2006/main" vert="horz" wrap="square" lIns="0" tIns="15240" rIns="0" bIns="0" rtlCol="0">
          <a:spAutoFit/>
        </a:bodyPr>
        <a:lstStyle xmlns:a="http://schemas.openxmlformats.org/drawingml/2006/main">
          <a:defPPr>
            <a:defRPr kern="0"/>
          </a:defPPr>
          <a:lvl1pPr>
            <a:defRPr sz="5100" b="1" i="0">
              <a:solidFill>
                <a:srgbClr val="2A2E33"/>
              </a:solidFill>
              <a:latin typeface="Segoe UI"/>
              <a:ea typeface="+mj-ea"/>
              <a:cs typeface="Segoe UI"/>
            </a:defRPr>
          </a:lvl1pPr>
        </a:lstStyle>
        <a:p xmlns:a="http://schemas.openxmlformats.org/drawingml/2006/main">
          <a:pPr marL="12700">
            <a:spcBef>
              <a:spcPts val="120"/>
            </a:spcBef>
          </a:pPr>
          <a:r>
            <a:rPr lang="en-US" sz="2000" dirty="0">
              <a:solidFill>
                <a:schemeClr val="bg1"/>
              </a:solidFill>
            </a:rPr>
            <a:t>DUPLICATE_KEYWORD_PIE</a:t>
          </a:r>
          <a:endParaRPr lang="en-US" sz="2000" spc="-10" dirty="0">
            <a:solidFill>
              <a:schemeClr val="bg1"/>
            </a:solidFill>
          </a:endParaRPr>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8712200" cy="639763"/>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11387138" y="0"/>
            <a:ext cx="8712200" cy="639763"/>
          </a:xfrm>
          <a:prstGeom prst="rect">
            <a:avLst/>
          </a:prstGeom>
        </p:spPr>
        <p:txBody>
          <a:bodyPr vert="horz" lIns="91440" tIns="45720" rIns="91440" bIns="45720" rtlCol="0"/>
          <a:lstStyle>
            <a:lvl1pPr algn="r">
              <a:defRPr sz="1200"/>
            </a:lvl1pPr>
          </a:lstStyle>
          <a:p>
            <a:fld id="{4C64EE78-FD45-46F9-8667-78EED930F237}" type="datetimeFigureOut">
              <a:rPr lang="en-IN" smtClean="0"/>
              <a:t>03-04-2026</a:t>
            </a:fld>
            <a:endParaRPr lang="en-IN"/>
          </a:p>
        </p:txBody>
      </p:sp>
      <p:sp>
        <p:nvSpPr>
          <p:cNvPr id="4" name="Slide Image Placeholder 3"/>
          <p:cNvSpPr>
            <a:spLocks noGrp="1" noRot="1" noChangeAspect="1"/>
          </p:cNvSpPr>
          <p:nvPr>
            <p:ph type="sldImg" idx="2"/>
          </p:nvPr>
        </p:nvSpPr>
        <p:spPr>
          <a:xfrm>
            <a:off x="6659563" y="1597025"/>
            <a:ext cx="6784975" cy="431165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2009775" y="6148388"/>
            <a:ext cx="16084550" cy="503078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12136438"/>
            <a:ext cx="8712200" cy="639762"/>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11387138" y="12136438"/>
            <a:ext cx="8712200" cy="639762"/>
          </a:xfrm>
          <a:prstGeom prst="rect">
            <a:avLst/>
          </a:prstGeom>
        </p:spPr>
        <p:txBody>
          <a:bodyPr vert="horz" lIns="91440" tIns="45720" rIns="91440" bIns="45720" rtlCol="0" anchor="b"/>
          <a:lstStyle>
            <a:lvl1pPr algn="r">
              <a:defRPr sz="1200"/>
            </a:lvl1pPr>
          </a:lstStyle>
          <a:p>
            <a:fld id="{29450277-3BB5-44D3-9FB4-1C60E7EE7559}" type="slidenum">
              <a:rPr lang="en-IN" smtClean="0"/>
              <a:t>‹#›</a:t>
            </a:fld>
            <a:endParaRPr lang="en-IN"/>
          </a:p>
        </p:txBody>
      </p:sp>
    </p:spTree>
    <p:extLst>
      <p:ext uri="{BB962C8B-B14F-4D97-AF65-F5344CB8AC3E}">
        <p14:creationId xmlns:p14="http://schemas.microsoft.com/office/powerpoint/2010/main" val="3104135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9450277-3BB5-44D3-9FB4-1C60E7EE7559}" type="slidenum">
              <a:rPr lang="en-IN" smtClean="0"/>
              <a:t>3</a:t>
            </a:fld>
            <a:endParaRPr lang="en-IN"/>
          </a:p>
        </p:txBody>
      </p:sp>
    </p:spTree>
    <p:extLst>
      <p:ext uri="{BB962C8B-B14F-4D97-AF65-F5344CB8AC3E}">
        <p14:creationId xmlns:p14="http://schemas.microsoft.com/office/powerpoint/2010/main" val="28355997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9450277-3BB5-44D3-9FB4-1C60E7EE7559}" type="slidenum">
              <a:rPr lang="en-IN" smtClean="0"/>
              <a:t>4</a:t>
            </a:fld>
            <a:endParaRPr lang="en-IN"/>
          </a:p>
        </p:txBody>
      </p:sp>
    </p:spTree>
    <p:extLst>
      <p:ext uri="{BB962C8B-B14F-4D97-AF65-F5344CB8AC3E}">
        <p14:creationId xmlns:p14="http://schemas.microsoft.com/office/powerpoint/2010/main" val="10980881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507807" y="3960622"/>
            <a:ext cx="17088486" cy="2683002"/>
          </a:xfrm>
          <a:prstGeom prst="rect">
            <a:avLst/>
          </a:prstGeom>
        </p:spPr>
        <p:txBody>
          <a:bodyPr wrap="square" lIns="0" tIns="0" rIns="0" bIns="0">
            <a:spAutoFit/>
          </a:bodyPr>
          <a:lstStyle>
            <a:lvl1pPr>
              <a:defRPr sz="5100" b="1" i="0">
                <a:solidFill>
                  <a:srgbClr val="2A2E33"/>
                </a:solidFill>
                <a:latin typeface="Segoe UI"/>
                <a:cs typeface="Segoe UI"/>
              </a:defRPr>
            </a:lvl1pPr>
          </a:lstStyle>
          <a:p>
            <a:endParaRPr/>
          </a:p>
        </p:txBody>
      </p:sp>
      <p:sp>
        <p:nvSpPr>
          <p:cNvPr id="3" name="Holder 3"/>
          <p:cNvSpPr>
            <a:spLocks noGrp="1"/>
          </p:cNvSpPr>
          <p:nvPr>
            <p:ph type="subTitle" idx="4"/>
          </p:nvPr>
        </p:nvSpPr>
        <p:spPr>
          <a:xfrm>
            <a:off x="3015615" y="7154672"/>
            <a:ext cx="14072870" cy="319405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C961020D-00FB-40E7-A3CB-6B2093117063}" type="datetime1">
              <a:rPr lang="en-US" smtClean="0"/>
              <a:t>4/3/2026</a:t>
            </a:fld>
            <a:endParaRPr lang="en-US"/>
          </a:p>
        </p:txBody>
      </p:sp>
      <p:sp>
        <p:nvSpPr>
          <p:cNvPr id="6" name="Holder 6"/>
          <p:cNvSpPr>
            <a:spLocks noGrp="1"/>
          </p:cNvSpPr>
          <p:nvPr>
            <p:ph type="sldNum" sz="quarter" idx="7"/>
          </p:nvPr>
        </p:nvSpPr>
        <p:spPr/>
        <p:txBody>
          <a:bodyPr lIns="0" tIns="0" rIns="0" bIns="0"/>
          <a:lstStyle>
            <a:lvl1pPr>
              <a:defRPr sz="1850" b="1" i="0">
                <a:solidFill>
                  <a:srgbClr val="2A2E33"/>
                </a:solidFill>
                <a:latin typeface="Segoe UI"/>
                <a:cs typeface="Segoe UI"/>
              </a:defRPr>
            </a:lvl1pPr>
          </a:lstStyle>
          <a:p>
            <a:pPr marL="38100">
              <a:lnSpc>
                <a:spcPct val="100000"/>
              </a:lnSpc>
              <a:spcBef>
                <a:spcPts val="259"/>
              </a:spcBef>
            </a:pPr>
            <a:fld id="{81D60167-4931-47E6-BA6A-407CBD079E47}" type="slidenum">
              <a:rPr spc="-25" dirty="0"/>
              <a:t>‹#›</a:t>
            </a:fld>
            <a:endParaRPr spc="-25"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5100" b="1" i="0">
                <a:solidFill>
                  <a:srgbClr val="2A2E33"/>
                </a:solidFill>
                <a:latin typeface="Segoe UI"/>
                <a:cs typeface="Segoe UI"/>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5476B67C-D163-47D1-836D-4C4021567A71}" type="datetime1">
              <a:rPr lang="en-US" smtClean="0"/>
              <a:t>4/3/2026</a:t>
            </a:fld>
            <a:endParaRPr lang="en-US"/>
          </a:p>
        </p:txBody>
      </p:sp>
      <p:sp>
        <p:nvSpPr>
          <p:cNvPr id="6" name="Holder 6"/>
          <p:cNvSpPr>
            <a:spLocks noGrp="1"/>
          </p:cNvSpPr>
          <p:nvPr>
            <p:ph type="sldNum" sz="quarter" idx="7"/>
          </p:nvPr>
        </p:nvSpPr>
        <p:spPr/>
        <p:txBody>
          <a:bodyPr lIns="0" tIns="0" rIns="0" bIns="0"/>
          <a:lstStyle>
            <a:lvl1pPr>
              <a:defRPr sz="1850" b="1" i="0">
                <a:solidFill>
                  <a:srgbClr val="2A2E33"/>
                </a:solidFill>
                <a:latin typeface="Segoe UI"/>
                <a:cs typeface="Segoe UI"/>
              </a:defRPr>
            </a:lvl1pPr>
          </a:lstStyle>
          <a:p>
            <a:pPr marL="38100">
              <a:lnSpc>
                <a:spcPct val="100000"/>
              </a:lnSpc>
              <a:spcBef>
                <a:spcPts val="259"/>
              </a:spcBef>
            </a:pPr>
            <a:fld id="{81D60167-4931-47E6-BA6A-407CBD079E47}" type="slidenum">
              <a:rPr spc="-25" dirty="0"/>
              <a:t>‹#›</a:t>
            </a:fld>
            <a:endParaRPr spc="-25"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5100" b="1" i="0">
                <a:solidFill>
                  <a:srgbClr val="2A2E33"/>
                </a:solidFill>
                <a:latin typeface="Segoe UI"/>
                <a:cs typeface="Segoe UI"/>
              </a:defRPr>
            </a:lvl1pPr>
          </a:lstStyle>
          <a:p>
            <a:endParaRPr/>
          </a:p>
        </p:txBody>
      </p:sp>
      <p:sp>
        <p:nvSpPr>
          <p:cNvPr id="3" name="Holder 3"/>
          <p:cNvSpPr>
            <a:spLocks noGrp="1"/>
          </p:cNvSpPr>
          <p:nvPr>
            <p:ph sz="half" idx="2"/>
          </p:nvPr>
        </p:nvSpPr>
        <p:spPr>
          <a:xfrm>
            <a:off x="1005205" y="2938526"/>
            <a:ext cx="8745284" cy="8432292"/>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10353611" y="2938526"/>
            <a:ext cx="8745284" cy="8432292"/>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D225CA5F-6636-4EDB-B7B7-A76CD86315AC}" type="datetime1">
              <a:rPr lang="en-US" smtClean="0"/>
              <a:t>4/3/2026</a:t>
            </a:fld>
            <a:endParaRPr lang="en-US"/>
          </a:p>
        </p:txBody>
      </p:sp>
      <p:sp>
        <p:nvSpPr>
          <p:cNvPr id="7" name="Holder 7"/>
          <p:cNvSpPr>
            <a:spLocks noGrp="1"/>
          </p:cNvSpPr>
          <p:nvPr>
            <p:ph type="sldNum" sz="quarter" idx="7"/>
          </p:nvPr>
        </p:nvSpPr>
        <p:spPr/>
        <p:txBody>
          <a:bodyPr lIns="0" tIns="0" rIns="0" bIns="0"/>
          <a:lstStyle>
            <a:lvl1pPr>
              <a:defRPr sz="1850" b="1" i="0">
                <a:solidFill>
                  <a:srgbClr val="2A2E33"/>
                </a:solidFill>
                <a:latin typeface="Segoe UI"/>
                <a:cs typeface="Segoe UI"/>
              </a:defRPr>
            </a:lvl1pPr>
          </a:lstStyle>
          <a:p>
            <a:pPr marL="38100">
              <a:lnSpc>
                <a:spcPct val="100000"/>
              </a:lnSpc>
              <a:spcBef>
                <a:spcPts val="259"/>
              </a:spcBef>
            </a:pPr>
            <a:fld id="{81D60167-4931-47E6-BA6A-407CBD079E47}" type="slidenum">
              <a:rPr spc="-25" dirty="0"/>
              <a:t>‹#›</a:t>
            </a:fld>
            <a:endParaRPr spc="-25"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5100" b="1" i="0">
                <a:solidFill>
                  <a:srgbClr val="2A2E33"/>
                </a:solidFill>
                <a:latin typeface="Segoe UI"/>
                <a:cs typeface="Segoe U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60A1F107-8B5E-4933-852C-BFD653F39145}" type="datetime1">
              <a:rPr lang="en-US" smtClean="0"/>
              <a:t>4/3/2026</a:t>
            </a:fld>
            <a:endParaRPr lang="en-US"/>
          </a:p>
        </p:txBody>
      </p:sp>
      <p:sp>
        <p:nvSpPr>
          <p:cNvPr id="5" name="Holder 5"/>
          <p:cNvSpPr>
            <a:spLocks noGrp="1"/>
          </p:cNvSpPr>
          <p:nvPr>
            <p:ph type="sldNum" sz="quarter" idx="7"/>
          </p:nvPr>
        </p:nvSpPr>
        <p:spPr/>
        <p:txBody>
          <a:bodyPr lIns="0" tIns="0" rIns="0" bIns="0"/>
          <a:lstStyle>
            <a:lvl1pPr>
              <a:defRPr sz="1850" b="1" i="0">
                <a:solidFill>
                  <a:srgbClr val="2A2E33"/>
                </a:solidFill>
                <a:latin typeface="Segoe UI"/>
                <a:cs typeface="Segoe UI"/>
              </a:defRPr>
            </a:lvl1pPr>
          </a:lstStyle>
          <a:p>
            <a:pPr marL="38100">
              <a:lnSpc>
                <a:spcPct val="100000"/>
              </a:lnSpc>
              <a:spcBef>
                <a:spcPts val="259"/>
              </a:spcBef>
            </a:pPr>
            <a:fld id="{81D60167-4931-47E6-BA6A-407CBD079E47}" type="slidenum">
              <a:rPr spc="-25" dirty="0"/>
              <a:t>‹#›</a:t>
            </a:fld>
            <a:endParaRPr spc="-25"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1667446" y="10279387"/>
            <a:ext cx="697230" cy="723900"/>
          </a:xfrm>
          <a:custGeom>
            <a:avLst/>
            <a:gdLst/>
            <a:ahLst/>
            <a:cxnLst/>
            <a:rect l="l" t="t" r="r" b="b"/>
            <a:pathLst>
              <a:path w="697230" h="723900">
                <a:moveTo>
                  <a:pt x="696620" y="361683"/>
                </a:moveTo>
                <a:lnTo>
                  <a:pt x="693445" y="312610"/>
                </a:lnTo>
                <a:lnTo>
                  <a:pt x="688251" y="286245"/>
                </a:lnTo>
                <a:lnTo>
                  <a:pt x="688251" y="280987"/>
                </a:lnTo>
                <a:lnTo>
                  <a:pt x="687209" y="280987"/>
                </a:lnTo>
                <a:lnTo>
                  <a:pt x="684174" y="265544"/>
                </a:lnTo>
                <a:lnTo>
                  <a:pt x="669251" y="220903"/>
                </a:lnTo>
                <a:lnTo>
                  <a:pt x="649071" y="179146"/>
                </a:lnTo>
                <a:lnTo>
                  <a:pt x="624052" y="140677"/>
                </a:lnTo>
                <a:lnTo>
                  <a:pt x="602424" y="115163"/>
                </a:lnTo>
                <a:lnTo>
                  <a:pt x="602424" y="280987"/>
                </a:lnTo>
                <a:lnTo>
                  <a:pt x="94195" y="280987"/>
                </a:lnTo>
                <a:lnTo>
                  <a:pt x="118110" y="221970"/>
                </a:lnTo>
                <a:lnTo>
                  <a:pt x="144411" y="183324"/>
                </a:lnTo>
                <a:lnTo>
                  <a:pt x="176542" y="149961"/>
                </a:lnTo>
                <a:lnTo>
                  <a:pt x="213753" y="122643"/>
                </a:lnTo>
                <a:lnTo>
                  <a:pt x="255282" y="102158"/>
                </a:lnTo>
                <a:lnTo>
                  <a:pt x="300393" y="89293"/>
                </a:lnTo>
                <a:lnTo>
                  <a:pt x="348310" y="84823"/>
                </a:lnTo>
                <a:lnTo>
                  <a:pt x="396240" y="89293"/>
                </a:lnTo>
                <a:lnTo>
                  <a:pt x="441337" y="102158"/>
                </a:lnTo>
                <a:lnTo>
                  <a:pt x="482866" y="122643"/>
                </a:lnTo>
                <a:lnTo>
                  <a:pt x="520077" y="149961"/>
                </a:lnTo>
                <a:lnTo>
                  <a:pt x="552208" y="183324"/>
                </a:lnTo>
                <a:lnTo>
                  <a:pt x="578510" y="221970"/>
                </a:lnTo>
                <a:lnTo>
                  <a:pt x="598233" y="265099"/>
                </a:lnTo>
                <a:lnTo>
                  <a:pt x="602424" y="280987"/>
                </a:lnTo>
                <a:lnTo>
                  <a:pt x="602424" y="115163"/>
                </a:lnTo>
                <a:lnTo>
                  <a:pt x="561162" y="75361"/>
                </a:lnTo>
                <a:lnTo>
                  <a:pt x="524116" y="49377"/>
                </a:lnTo>
                <a:lnTo>
                  <a:pt x="483895" y="28422"/>
                </a:lnTo>
                <a:lnTo>
                  <a:pt x="440918" y="12915"/>
                </a:lnTo>
                <a:lnTo>
                  <a:pt x="395579" y="3302"/>
                </a:lnTo>
                <a:lnTo>
                  <a:pt x="348310" y="0"/>
                </a:lnTo>
                <a:lnTo>
                  <a:pt x="301040" y="3302"/>
                </a:lnTo>
                <a:lnTo>
                  <a:pt x="255714" y="12915"/>
                </a:lnTo>
                <a:lnTo>
                  <a:pt x="212725" y="28422"/>
                </a:lnTo>
                <a:lnTo>
                  <a:pt x="172504" y="49377"/>
                </a:lnTo>
                <a:lnTo>
                  <a:pt x="135458" y="75361"/>
                </a:lnTo>
                <a:lnTo>
                  <a:pt x="102019" y="105943"/>
                </a:lnTo>
                <a:lnTo>
                  <a:pt x="72567" y="140677"/>
                </a:lnTo>
                <a:lnTo>
                  <a:pt x="47548" y="179146"/>
                </a:lnTo>
                <a:lnTo>
                  <a:pt x="27368" y="220903"/>
                </a:lnTo>
                <a:lnTo>
                  <a:pt x="12446" y="265544"/>
                </a:lnTo>
                <a:lnTo>
                  <a:pt x="3187" y="312610"/>
                </a:lnTo>
                <a:lnTo>
                  <a:pt x="0" y="361683"/>
                </a:lnTo>
                <a:lnTo>
                  <a:pt x="3187" y="410781"/>
                </a:lnTo>
                <a:lnTo>
                  <a:pt x="12446" y="457860"/>
                </a:lnTo>
                <a:lnTo>
                  <a:pt x="27368" y="502500"/>
                </a:lnTo>
                <a:lnTo>
                  <a:pt x="47548" y="544283"/>
                </a:lnTo>
                <a:lnTo>
                  <a:pt x="72567" y="582752"/>
                </a:lnTo>
                <a:lnTo>
                  <a:pt x="102019" y="617499"/>
                </a:lnTo>
                <a:lnTo>
                  <a:pt x="135458" y="648093"/>
                </a:lnTo>
                <a:lnTo>
                  <a:pt x="172504" y="674077"/>
                </a:lnTo>
                <a:lnTo>
                  <a:pt x="212725" y="695045"/>
                </a:lnTo>
                <a:lnTo>
                  <a:pt x="255714" y="710552"/>
                </a:lnTo>
                <a:lnTo>
                  <a:pt x="301040" y="720178"/>
                </a:lnTo>
                <a:lnTo>
                  <a:pt x="348310" y="723480"/>
                </a:lnTo>
                <a:lnTo>
                  <a:pt x="400405" y="719455"/>
                </a:lnTo>
                <a:lnTo>
                  <a:pt x="450088" y="707783"/>
                </a:lnTo>
                <a:lnTo>
                  <a:pt x="496798" y="689038"/>
                </a:lnTo>
                <a:lnTo>
                  <a:pt x="539991" y="663790"/>
                </a:lnTo>
                <a:lnTo>
                  <a:pt x="579094" y="632637"/>
                </a:lnTo>
                <a:lnTo>
                  <a:pt x="613549" y="596163"/>
                </a:lnTo>
                <a:lnTo>
                  <a:pt x="642797" y="554939"/>
                </a:lnTo>
                <a:lnTo>
                  <a:pt x="666280" y="509536"/>
                </a:lnTo>
                <a:lnTo>
                  <a:pt x="581202" y="496519"/>
                </a:lnTo>
                <a:lnTo>
                  <a:pt x="555078" y="536473"/>
                </a:lnTo>
                <a:lnTo>
                  <a:pt x="522833" y="571030"/>
                </a:lnTo>
                <a:lnTo>
                  <a:pt x="485228" y="599351"/>
                </a:lnTo>
                <a:lnTo>
                  <a:pt x="443077" y="620598"/>
                </a:lnTo>
                <a:lnTo>
                  <a:pt x="397179" y="633958"/>
                </a:lnTo>
                <a:lnTo>
                  <a:pt x="348310" y="638594"/>
                </a:lnTo>
                <a:lnTo>
                  <a:pt x="300393" y="634136"/>
                </a:lnTo>
                <a:lnTo>
                  <a:pt x="255282" y="621271"/>
                </a:lnTo>
                <a:lnTo>
                  <a:pt x="213753" y="600786"/>
                </a:lnTo>
                <a:lnTo>
                  <a:pt x="176542" y="573468"/>
                </a:lnTo>
                <a:lnTo>
                  <a:pt x="144411" y="540080"/>
                </a:lnTo>
                <a:lnTo>
                  <a:pt x="118110" y="501434"/>
                </a:lnTo>
                <a:lnTo>
                  <a:pt x="98399" y="458304"/>
                </a:lnTo>
                <a:lnTo>
                  <a:pt x="86017" y="411454"/>
                </a:lnTo>
                <a:lnTo>
                  <a:pt x="82194" y="367144"/>
                </a:lnTo>
                <a:lnTo>
                  <a:pt x="688251" y="367144"/>
                </a:lnTo>
                <a:lnTo>
                  <a:pt x="696569" y="367106"/>
                </a:lnTo>
                <a:lnTo>
                  <a:pt x="696620" y="361683"/>
                </a:lnTo>
                <a:close/>
              </a:path>
            </a:pathLst>
          </a:custGeom>
          <a:solidFill>
            <a:srgbClr val="231F20"/>
          </a:solidFill>
        </p:spPr>
        <p:txBody>
          <a:bodyPr wrap="square" lIns="0" tIns="0" rIns="0" bIns="0" rtlCol="0"/>
          <a:lstStyle/>
          <a:p>
            <a:endParaRPr/>
          </a:p>
        </p:txBody>
      </p:sp>
      <p:sp>
        <p:nvSpPr>
          <p:cNvPr id="17" name="bg object 17"/>
          <p:cNvSpPr/>
          <p:nvPr/>
        </p:nvSpPr>
        <p:spPr>
          <a:xfrm>
            <a:off x="2432301" y="10320920"/>
            <a:ext cx="368300" cy="681990"/>
          </a:xfrm>
          <a:custGeom>
            <a:avLst/>
            <a:gdLst/>
            <a:ahLst/>
            <a:cxnLst/>
            <a:rect l="l" t="t" r="r" b="b"/>
            <a:pathLst>
              <a:path w="368300" h="681990">
                <a:moveTo>
                  <a:pt x="102602" y="681906"/>
                </a:moveTo>
                <a:lnTo>
                  <a:pt x="0" y="681906"/>
                </a:lnTo>
                <a:lnTo>
                  <a:pt x="266644" y="315417"/>
                </a:lnTo>
                <a:lnTo>
                  <a:pt x="38303" y="0"/>
                </a:lnTo>
                <a:lnTo>
                  <a:pt x="138454" y="0"/>
                </a:lnTo>
                <a:lnTo>
                  <a:pt x="367970" y="315417"/>
                </a:lnTo>
                <a:lnTo>
                  <a:pt x="102602" y="681906"/>
                </a:lnTo>
                <a:close/>
              </a:path>
            </a:pathLst>
          </a:custGeom>
          <a:solidFill>
            <a:srgbClr val="EC2E32"/>
          </a:solidFill>
        </p:spPr>
        <p:txBody>
          <a:bodyPr wrap="square" lIns="0" tIns="0" rIns="0" bIns="0" rtlCol="0"/>
          <a:lstStyle/>
          <a:p>
            <a:endParaRPr/>
          </a:p>
        </p:txBody>
      </p:sp>
      <p:sp>
        <p:nvSpPr>
          <p:cNvPr id="18" name="bg object 18"/>
          <p:cNvSpPr/>
          <p:nvPr/>
        </p:nvSpPr>
        <p:spPr>
          <a:xfrm>
            <a:off x="2749613" y="10320916"/>
            <a:ext cx="317500" cy="681990"/>
          </a:xfrm>
          <a:custGeom>
            <a:avLst/>
            <a:gdLst/>
            <a:ahLst/>
            <a:cxnLst/>
            <a:rect l="l" t="t" r="r" b="b"/>
            <a:pathLst>
              <a:path w="317500" h="681990">
                <a:moveTo>
                  <a:pt x="279006" y="0"/>
                </a:moveTo>
                <a:lnTo>
                  <a:pt x="178803" y="0"/>
                </a:lnTo>
                <a:lnTo>
                  <a:pt x="12" y="245808"/>
                </a:lnTo>
                <a:lnTo>
                  <a:pt x="50673" y="315417"/>
                </a:lnTo>
                <a:lnTo>
                  <a:pt x="279006" y="0"/>
                </a:lnTo>
                <a:close/>
              </a:path>
              <a:path w="317500" h="681990">
                <a:moveTo>
                  <a:pt x="317309" y="681926"/>
                </a:moveTo>
                <a:lnTo>
                  <a:pt x="50660" y="315442"/>
                </a:lnTo>
                <a:lnTo>
                  <a:pt x="0" y="385406"/>
                </a:lnTo>
                <a:lnTo>
                  <a:pt x="214706" y="681926"/>
                </a:lnTo>
                <a:lnTo>
                  <a:pt x="317309" y="681926"/>
                </a:lnTo>
                <a:close/>
              </a:path>
            </a:pathLst>
          </a:custGeom>
          <a:solidFill>
            <a:srgbClr val="231F20"/>
          </a:solidFill>
        </p:spPr>
        <p:txBody>
          <a:bodyPr wrap="square" lIns="0" tIns="0" rIns="0" bIns="0" rtlCol="0"/>
          <a:lstStyle/>
          <a:p>
            <a:endParaRPr/>
          </a:p>
        </p:txBody>
      </p:sp>
      <p:sp>
        <p:nvSpPr>
          <p:cNvPr id="19" name="bg object 19"/>
          <p:cNvSpPr/>
          <p:nvPr/>
        </p:nvSpPr>
        <p:spPr>
          <a:xfrm>
            <a:off x="3140923" y="10275855"/>
            <a:ext cx="721360" cy="721360"/>
          </a:xfrm>
          <a:custGeom>
            <a:avLst/>
            <a:gdLst/>
            <a:ahLst/>
            <a:cxnLst/>
            <a:rect l="l" t="t" r="r" b="b"/>
            <a:pathLst>
              <a:path w="721360" h="721359">
                <a:moveTo>
                  <a:pt x="360462" y="720976"/>
                </a:moveTo>
                <a:lnTo>
                  <a:pt x="311550" y="717684"/>
                </a:lnTo>
                <a:lnTo>
                  <a:pt x="264638" y="708096"/>
                </a:lnTo>
                <a:lnTo>
                  <a:pt x="220155" y="692642"/>
                </a:lnTo>
                <a:lnTo>
                  <a:pt x="178530" y="671751"/>
                </a:lnTo>
                <a:lnTo>
                  <a:pt x="140195" y="645853"/>
                </a:lnTo>
                <a:lnTo>
                  <a:pt x="105577" y="615379"/>
                </a:lnTo>
                <a:lnTo>
                  <a:pt x="75107" y="580759"/>
                </a:lnTo>
                <a:lnTo>
                  <a:pt x="49214" y="542422"/>
                </a:lnTo>
                <a:lnTo>
                  <a:pt x="28327" y="500800"/>
                </a:lnTo>
                <a:lnTo>
                  <a:pt x="12876" y="456320"/>
                </a:lnTo>
                <a:lnTo>
                  <a:pt x="3290" y="409415"/>
                </a:lnTo>
                <a:lnTo>
                  <a:pt x="0" y="360513"/>
                </a:lnTo>
                <a:lnTo>
                  <a:pt x="3290" y="311600"/>
                </a:lnTo>
                <a:lnTo>
                  <a:pt x="12876" y="264685"/>
                </a:lnTo>
                <a:lnTo>
                  <a:pt x="28327" y="220198"/>
                </a:lnTo>
                <a:lnTo>
                  <a:pt x="49214" y="178568"/>
                </a:lnTo>
                <a:lnTo>
                  <a:pt x="75107" y="140227"/>
                </a:lnTo>
                <a:lnTo>
                  <a:pt x="105577" y="105603"/>
                </a:lnTo>
                <a:lnTo>
                  <a:pt x="140195" y="75126"/>
                </a:lnTo>
                <a:lnTo>
                  <a:pt x="178530" y="49227"/>
                </a:lnTo>
                <a:lnTo>
                  <a:pt x="220155" y="28335"/>
                </a:lnTo>
                <a:lnTo>
                  <a:pt x="264638" y="12879"/>
                </a:lnTo>
                <a:lnTo>
                  <a:pt x="311550" y="3291"/>
                </a:lnTo>
                <a:lnTo>
                  <a:pt x="360462" y="0"/>
                </a:lnTo>
                <a:lnTo>
                  <a:pt x="409375" y="3291"/>
                </a:lnTo>
                <a:lnTo>
                  <a:pt x="456287" y="12879"/>
                </a:lnTo>
                <a:lnTo>
                  <a:pt x="500770" y="28335"/>
                </a:lnTo>
                <a:lnTo>
                  <a:pt x="542394" y="49227"/>
                </a:lnTo>
                <a:lnTo>
                  <a:pt x="580730" y="75126"/>
                </a:lnTo>
                <a:lnTo>
                  <a:pt x="590997" y="84165"/>
                </a:lnTo>
                <a:lnTo>
                  <a:pt x="360462" y="84165"/>
                </a:lnTo>
                <a:lnTo>
                  <a:pt x="310796" y="88618"/>
                </a:lnTo>
                <a:lnTo>
                  <a:pt x="264051" y="101457"/>
                </a:lnTo>
                <a:lnTo>
                  <a:pt x="221007" y="121900"/>
                </a:lnTo>
                <a:lnTo>
                  <a:pt x="182445" y="149166"/>
                </a:lnTo>
                <a:lnTo>
                  <a:pt x="149145" y="182474"/>
                </a:lnTo>
                <a:lnTo>
                  <a:pt x="121887" y="221045"/>
                </a:lnTo>
                <a:lnTo>
                  <a:pt x="101451" y="264095"/>
                </a:lnTo>
                <a:lnTo>
                  <a:pt x="88617" y="310845"/>
                </a:lnTo>
                <a:lnTo>
                  <a:pt x="84165" y="360513"/>
                </a:lnTo>
                <a:lnTo>
                  <a:pt x="88617" y="410166"/>
                </a:lnTo>
                <a:lnTo>
                  <a:pt x="101451" y="456904"/>
                </a:lnTo>
                <a:lnTo>
                  <a:pt x="121887" y="499946"/>
                </a:lnTo>
                <a:lnTo>
                  <a:pt x="149145" y="538510"/>
                </a:lnTo>
                <a:lnTo>
                  <a:pt x="182445" y="571814"/>
                </a:lnTo>
                <a:lnTo>
                  <a:pt x="221007" y="599078"/>
                </a:lnTo>
                <a:lnTo>
                  <a:pt x="264051" y="619519"/>
                </a:lnTo>
                <a:lnTo>
                  <a:pt x="310796" y="632357"/>
                </a:lnTo>
                <a:lnTo>
                  <a:pt x="360462" y="636810"/>
                </a:lnTo>
                <a:lnTo>
                  <a:pt x="591002" y="636810"/>
                </a:lnTo>
                <a:lnTo>
                  <a:pt x="580730" y="645853"/>
                </a:lnTo>
                <a:lnTo>
                  <a:pt x="542394" y="671751"/>
                </a:lnTo>
                <a:lnTo>
                  <a:pt x="500770" y="692642"/>
                </a:lnTo>
                <a:lnTo>
                  <a:pt x="456287" y="708096"/>
                </a:lnTo>
                <a:lnTo>
                  <a:pt x="409375" y="717684"/>
                </a:lnTo>
                <a:lnTo>
                  <a:pt x="360462" y="720976"/>
                </a:lnTo>
                <a:close/>
              </a:path>
              <a:path w="721360" h="721359">
                <a:moveTo>
                  <a:pt x="591002" y="636810"/>
                </a:moveTo>
                <a:lnTo>
                  <a:pt x="360462" y="636810"/>
                </a:lnTo>
                <a:lnTo>
                  <a:pt x="410131" y="632357"/>
                </a:lnTo>
                <a:lnTo>
                  <a:pt x="456881" y="619519"/>
                </a:lnTo>
                <a:lnTo>
                  <a:pt x="499931" y="599078"/>
                </a:lnTo>
                <a:lnTo>
                  <a:pt x="538501" y="571814"/>
                </a:lnTo>
                <a:lnTo>
                  <a:pt x="571810" y="538510"/>
                </a:lnTo>
                <a:lnTo>
                  <a:pt x="599076" y="499946"/>
                </a:lnTo>
                <a:lnTo>
                  <a:pt x="619519" y="456904"/>
                </a:lnTo>
                <a:lnTo>
                  <a:pt x="632357" y="410166"/>
                </a:lnTo>
                <a:lnTo>
                  <a:pt x="636810" y="360513"/>
                </a:lnTo>
                <a:lnTo>
                  <a:pt x="632357" y="310845"/>
                </a:lnTo>
                <a:lnTo>
                  <a:pt x="619519" y="264095"/>
                </a:lnTo>
                <a:lnTo>
                  <a:pt x="599076" y="221045"/>
                </a:lnTo>
                <a:lnTo>
                  <a:pt x="571810" y="182474"/>
                </a:lnTo>
                <a:lnTo>
                  <a:pt x="538501" y="149166"/>
                </a:lnTo>
                <a:lnTo>
                  <a:pt x="499931" y="121900"/>
                </a:lnTo>
                <a:lnTo>
                  <a:pt x="456881" y="101457"/>
                </a:lnTo>
                <a:lnTo>
                  <a:pt x="410131" y="88618"/>
                </a:lnTo>
                <a:lnTo>
                  <a:pt x="360462" y="84165"/>
                </a:lnTo>
                <a:lnTo>
                  <a:pt x="590997" y="84165"/>
                </a:lnTo>
                <a:lnTo>
                  <a:pt x="645818" y="140227"/>
                </a:lnTo>
                <a:lnTo>
                  <a:pt x="671711" y="178568"/>
                </a:lnTo>
                <a:lnTo>
                  <a:pt x="692598" y="220198"/>
                </a:lnTo>
                <a:lnTo>
                  <a:pt x="708049" y="264685"/>
                </a:lnTo>
                <a:lnTo>
                  <a:pt x="717634" y="311600"/>
                </a:lnTo>
                <a:lnTo>
                  <a:pt x="720925" y="360513"/>
                </a:lnTo>
                <a:lnTo>
                  <a:pt x="717634" y="409415"/>
                </a:lnTo>
                <a:lnTo>
                  <a:pt x="708049" y="456320"/>
                </a:lnTo>
                <a:lnTo>
                  <a:pt x="692598" y="500800"/>
                </a:lnTo>
                <a:lnTo>
                  <a:pt x="671711" y="542422"/>
                </a:lnTo>
                <a:lnTo>
                  <a:pt x="645818" y="580759"/>
                </a:lnTo>
                <a:lnTo>
                  <a:pt x="615347" y="615379"/>
                </a:lnTo>
                <a:lnTo>
                  <a:pt x="591002" y="636810"/>
                </a:lnTo>
                <a:close/>
              </a:path>
            </a:pathLst>
          </a:custGeom>
          <a:solidFill>
            <a:srgbClr val="231F20"/>
          </a:solidFill>
        </p:spPr>
        <p:txBody>
          <a:bodyPr wrap="square" lIns="0" tIns="0" rIns="0" bIns="0" rtlCol="0"/>
          <a:lstStyle/>
          <a:p>
            <a:endParaRPr/>
          </a:p>
        </p:txBody>
      </p:sp>
      <p:sp>
        <p:nvSpPr>
          <p:cNvPr id="20" name="bg object 20"/>
          <p:cNvSpPr/>
          <p:nvPr/>
        </p:nvSpPr>
        <p:spPr>
          <a:xfrm>
            <a:off x="3965163" y="10275855"/>
            <a:ext cx="704850" cy="564515"/>
          </a:xfrm>
          <a:custGeom>
            <a:avLst/>
            <a:gdLst/>
            <a:ahLst/>
            <a:cxnLst/>
            <a:rect l="l" t="t" r="r" b="b"/>
            <a:pathLst>
              <a:path w="704850" h="564515">
                <a:moveTo>
                  <a:pt x="641458" y="564135"/>
                </a:moveTo>
                <a:lnTo>
                  <a:pt x="624702" y="550622"/>
                </a:lnTo>
                <a:lnTo>
                  <a:pt x="607999" y="537502"/>
                </a:lnTo>
                <a:lnTo>
                  <a:pt x="591364" y="524764"/>
                </a:lnTo>
                <a:lnTo>
                  <a:pt x="574810" y="512400"/>
                </a:lnTo>
                <a:lnTo>
                  <a:pt x="594050" y="478145"/>
                </a:lnTo>
                <a:lnTo>
                  <a:pt x="608344" y="441104"/>
                </a:lnTo>
                <a:lnTo>
                  <a:pt x="617248" y="401726"/>
                </a:lnTo>
                <a:lnTo>
                  <a:pt x="620314" y="360462"/>
                </a:lnTo>
                <a:lnTo>
                  <a:pt x="615863" y="310794"/>
                </a:lnTo>
                <a:lnTo>
                  <a:pt x="603029" y="264044"/>
                </a:lnTo>
                <a:lnTo>
                  <a:pt x="582593" y="220994"/>
                </a:lnTo>
                <a:lnTo>
                  <a:pt x="555335" y="182423"/>
                </a:lnTo>
                <a:lnTo>
                  <a:pt x="522035" y="149115"/>
                </a:lnTo>
                <a:lnTo>
                  <a:pt x="483473" y="121849"/>
                </a:lnTo>
                <a:lnTo>
                  <a:pt x="440429" y="101406"/>
                </a:lnTo>
                <a:lnTo>
                  <a:pt x="393684" y="88567"/>
                </a:lnTo>
                <a:lnTo>
                  <a:pt x="344017" y="84114"/>
                </a:lnTo>
                <a:lnTo>
                  <a:pt x="293329" y="88757"/>
                </a:lnTo>
                <a:lnTo>
                  <a:pt x="245700" y="102129"/>
                </a:lnTo>
                <a:lnTo>
                  <a:pt x="201963" y="123400"/>
                </a:lnTo>
                <a:lnTo>
                  <a:pt x="162950" y="151737"/>
                </a:lnTo>
                <a:lnTo>
                  <a:pt x="129494" y="186309"/>
                </a:lnTo>
                <a:lnTo>
                  <a:pt x="102427" y="226285"/>
                </a:lnTo>
                <a:lnTo>
                  <a:pt x="82582" y="270832"/>
                </a:lnTo>
                <a:lnTo>
                  <a:pt x="58819" y="264859"/>
                </a:lnTo>
                <a:lnTo>
                  <a:pt x="37077" y="259896"/>
                </a:lnTo>
                <a:lnTo>
                  <a:pt x="17442" y="255843"/>
                </a:lnTo>
                <a:lnTo>
                  <a:pt x="0" y="252599"/>
                </a:lnTo>
                <a:lnTo>
                  <a:pt x="16416" y="209958"/>
                </a:lnTo>
                <a:lnTo>
                  <a:pt x="37885" y="170122"/>
                </a:lnTo>
                <a:lnTo>
                  <a:pt x="64011" y="133488"/>
                </a:lnTo>
                <a:lnTo>
                  <a:pt x="94398" y="100452"/>
                </a:lnTo>
                <a:lnTo>
                  <a:pt x="128649" y="71410"/>
                </a:lnTo>
                <a:lnTo>
                  <a:pt x="166368" y="46760"/>
                </a:lnTo>
                <a:lnTo>
                  <a:pt x="207161" y="26897"/>
                </a:lnTo>
                <a:lnTo>
                  <a:pt x="250631" y="12218"/>
                </a:lnTo>
                <a:lnTo>
                  <a:pt x="296381" y="3120"/>
                </a:lnTo>
                <a:lnTo>
                  <a:pt x="344017" y="0"/>
                </a:lnTo>
                <a:lnTo>
                  <a:pt x="392930" y="3290"/>
                </a:lnTo>
                <a:lnTo>
                  <a:pt x="439842" y="12876"/>
                </a:lnTo>
                <a:lnTo>
                  <a:pt x="484325" y="28327"/>
                </a:lnTo>
                <a:lnTo>
                  <a:pt x="525949" y="49214"/>
                </a:lnTo>
                <a:lnTo>
                  <a:pt x="564285" y="75107"/>
                </a:lnTo>
                <a:lnTo>
                  <a:pt x="598902" y="105577"/>
                </a:lnTo>
                <a:lnTo>
                  <a:pt x="629373" y="140195"/>
                </a:lnTo>
                <a:lnTo>
                  <a:pt x="655266" y="178530"/>
                </a:lnTo>
                <a:lnTo>
                  <a:pt x="676153" y="220154"/>
                </a:lnTo>
                <a:lnTo>
                  <a:pt x="691604" y="264637"/>
                </a:lnTo>
                <a:lnTo>
                  <a:pt x="701189" y="311550"/>
                </a:lnTo>
                <a:lnTo>
                  <a:pt x="704480" y="360462"/>
                </a:lnTo>
                <a:lnTo>
                  <a:pt x="700227" y="416022"/>
                </a:lnTo>
                <a:lnTo>
                  <a:pt x="687888" y="468906"/>
                </a:lnTo>
                <a:lnTo>
                  <a:pt x="668089" y="518486"/>
                </a:lnTo>
                <a:lnTo>
                  <a:pt x="641458" y="564135"/>
                </a:lnTo>
                <a:close/>
              </a:path>
            </a:pathLst>
          </a:custGeom>
          <a:solidFill>
            <a:srgbClr val="FFCC1B"/>
          </a:solidFill>
        </p:spPr>
        <p:txBody>
          <a:bodyPr wrap="square" lIns="0" tIns="0" rIns="0" bIns="0" rtlCol="0"/>
          <a:lstStyle/>
          <a:p>
            <a:endParaRPr/>
          </a:p>
        </p:txBody>
      </p:sp>
      <p:sp>
        <p:nvSpPr>
          <p:cNvPr id="21" name="bg object 21"/>
          <p:cNvSpPr/>
          <p:nvPr/>
        </p:nvSpPr>
        <p:spPr>
          <a:xfrm>
            <a:off x="4066592" y="10902909"/>
            <a:ext cx="403225" cy="93980"/>
          </a:xfrm>
          <a:custGeom>
            <a:avLst/>
            <a:gdLst/>
            <a:ahLst/>
            <a:cxnLst/>
            <a:rect l="l" t="t" r="r" b="b"/>
            <a:pathLst>
              <a:path w="403225" h="93979">
                <a:moveTo>
                  <a:pt x="242640" y="93920"/>
                </a:moveTo>
                <a:lnTo>
                  <a:pt x="187665" y="89751"/>
                </a:lnTo>
                <a:lnTo>
                  <a:pt x="135300" y="77657"/>
                </a:lnTo>
                <a:lnTo>
                  <a:pt x="86159" y="58255"/>
                </a:lnTo>
                <a:lnTo>
                  <a:pt x="40855" y="32164"/>
                </a:lnTo>
                <a:lnTo>
                  <a:pt x="0" y="0"/>
                </a:lnTo>
                <a:lnTo>
                  <a:pt x="71897" y="499"/>
                </a:lnTo>
                <a:lnTo>
                  <a:pt x="137865" y="4109"/>
                </a:lnTo>
                <a:lnTo>
                  <a:pt x="197799" y="10207"/>
                </a:lnTo>
                <a:lnTo>
                  <a:pt x="251591" y="18168"/>
                </a:lnTo>
                <a:lnTo>
                  <a:pt x="299134" y="27370"/>
                </a:lnTo>
                <a:lnTo>
                  <a:pt x="340322" y="37187"/>
                </a:lnTo>
                <a:lnTo>
                  <a:pt x="403209" y="56178"/>
                </a:lnTo>
                <a:lnTo>
                  <a:pt x="365825" y="72266"/>
                </a:lnTo>
                <a:lnTo>
                  <a:pt x="326410" y="84108"/>
                </a:lnTo>
                <a:lnTo>
                  <a:pt x="285253" y="91420"/>
                </a:lnTo>
                <a:lnTo>
                  <a:pt x="242640" y="93920"/>
                </a:lnTo>
                <a:close/>
              </a:path>
            </a:pathLst>
          </a:custGeom>
          <a:solidFill>
            <a:srgbClr val="231F20"/>
          </a:solidFill>
        </p:spPr>
        <p:txBody>
          <a:bodyPr wrap="square" lIns="0" tIns="0" rIns="0" bIns="0" rtlCol="0"/>
          <a:lstStyle/>
          <a:p>
            <a:endParaRPr/>
          </a:p>
        </p:txBody>
      </p:sp>
      <p:sp>
        <p:nvSpPr>
          <p:cNvPr id="22" name="bg object 22"/>
          <p:cNvSpPr/>
          <p:nvPr/>
        </p:nvSpPr>
        <p:spPr>
          <a:xfrm>
            <a:off x="3140919" y="10634980"/>
            <a:ext cx="84455" cy="528320"/>
          </a:xfrm>
          <a:custGeom>
            <a:avLst/>
            <a:gdLst/>
            <a:ahLst/>
            <a:cxnLst/>
            <a:rect l="l" t="t" r="r" b="b"/>
            <a:pathLst>
              <a:path w="84455" h="528320">
                <a:moveTo>
                  <a:pt x="84165" y="527926"/>
                </a:moveTo>
                <a:lnTo>
                  <a:pt x="0" y="527926"/>
                </a:lnTo>
                <a:lnTo>
                  <a:pt x="0" y="0"/>
                </a:lnTo>
                <a:lnTo>
                  <a:pt x="84165" y="0"/>
                </a:lnTo>
                <a:lnTo>
                  <a:pt x="84165" y="527926"/>
                </a:lnTo>
                <a:close/>
              </a:path>
            </a:pathLst>
          </a:custGeom>
          <a:solidFill>
            <a:srgbClr val="231F20"/>
          </a:solidFill>
        </p:spPr>
        <p:txBody>
          <a:bodyPr wrap="square" lIns="0" tIns="0" rIns="0" bIns="0" rtlCol="0"/>
          <a:lstStyle/>
          <a:p>
            <a:endParaRPr/>
          </a:p>
        </p:txBody>
      </p:sp>
      <p:sp>
        <p:nvSpPr>
          <p:cNvPr id="23" name="bg object 23"/>
          <p:cNvSpPr/>
          <p:nvPr/>
        </p:nvSpPr>
        <p:spPr>
          <a:xfrm>
            <a:off x="4765657" y="10311146"/>
            <a:ext cx="348615" cy="685800"/>
          </a:xfrm>
          <a:custGeom>
            <a:avLst/>
            <a:gdLst/>
            <a:ahLst/>
            <a:cxnLst/>
            <a:rect l="l" t="t" r="r" b="b"/>
            <a:pathLst>
              <a:path w="348614" h="685800">
                <a:moveTo>
                  <a:pt x="86157" y="685686"/>
                </a:moveTo>
                <a:lnTo>
                  <a:pt x="0" y="685686"/>
                </a:lnTo>
                <a:lnTo>
                  <a:pt x="0" y="293303"/>
                </a:lnTo>
                <a:lnTo>
                  <a:pt x="3838" y="245725"/>
                </a:lnTo>
                <a:lnTo>
                  <a:pt x="14951" y="200592"/>
                </a:lnTo>
                <a:lnTo>
                  <a:pt x="32734" y="158508"/>
                </a:lnTo>
                <a:lnTo>
                  <a:pt x="56583" y="120077"/>
                </a:lnTo>
                <a:lnTo>
                  <a:pt x="85895" y="85902"/>
                </a:lnTo>
                <a:lnTo>
                  <a:pt x="120066" y="56587"/>
                </a:lnTo>
                <a:lnTo>
                  <a:pt x="158491" y="32735"/>
                </a:lnTo>
                <a:lnTo>
                  <a:pt x="200566" y="14951"/>
                </a:lnTo>
                <a:lnTo>
                  <a:pt x="245688" y="3838"/>
                </a:lnTo>
                <a:lnTo>
                  <a:pt x="293252" y="0"/>
                </a:lnTo>
                <a:lnTo>
                  <a:pt x="307145" y="217"/>
                </a:lnTo>
                <a:lnTo>
                  <a:pt x="320933" y="861"/>
                </a:lnTo>
                <a:lnTo>
                  <a:pt x="334606" y="1917"/>
                </a:lnTo>
                <a:lnTo>
                  <a:pt x="348154" y="3370"/>
                </a:lnTo>
                <a:lnTo>
                  <a:pt x="304743" y="87894"/>
                </a:lnTo>
                <a:lnTo>
                  <a:pt x="254162" y="87111"/>
                </a:lnTo>
                <a:lnTo>
                  <a:pt x="210067" y="99584"/>
                </a:lnTo>
                <a:lnTo>
                  <a:pt x="172537" y="122958"/>
                </a:lnTo>
                <a:lnTo>
                  <a:pt x="141653" y="154874"/>
                </a:lnTo>
                <a:lnTo>
                  <a:pt x="117493" y="192976"/>
                </a:lnTo>
                <a:lnTo>
                  <a:pt x="100137" y="234908"/>
                </a:lnTo>
                <a:lnTo>
                  <a:pt x="89665" y="278312"/>
                </a:lnTo>
                <a:lnTo>
                  <a:pt x="86157" y="320831"/>
                </a:lnTo>
                <a:lnTo>
                  <a:pt x="86157" y="685686"/>
                </a:lnTo>
                <a:close/>
              </a:path>
            </a:pathLst>
          </a:custGeom>
          <a:solidFill>
            <a:srgbClr val="231F20"/>
          </a:solidFill>
        </p:spPr>
        <p:txBody>
          <a:bodyPr wrap="square" lIns="0" tIns="0" rIns="0" bIns="0" rtlCol="0"/>
          <a:lstStyle/>
          <a:p>
            <a:endParaRPr/>
          </a:p>
        </p:txBody>
      </p:sp>
      <p:sp>
        <p:nvSpPr>
          <p:cNvPr id="24" name="bg object 24"/>
          <p:cNvSpPr/>
          <p:nvPr/>
        </p:nvSpPr>
        <p:spPr>
          <a:xfrm>
            <a:off x="5193322" y="10052056"/>
            <a:ext cx="304800" cy="951230"/>
          </a:xfrm>
          <a:custGeom>
            <a:avLst/>
            <a:gdLst/>
            <a:ahLst/>
            <a:cxnLst/>
            <a:rect l="l" t="t" r="r" b="b"/>
            <a:pathLst>
              <a:path w="304800" h="951229">
                <a:moveTo>
                  <a:pt x="304495" y="926909"/>
                </a:moveTo>
                <a:lnTo>
                  <a:pt x="277418" y="842022"/>
                </a:lnTo>
                <a:lnTo>
                  <a:pt x="272580" y="847229"/>
                </a:lnTo>
                <a:lnTo>
                  <a:pt x="265925" y="853160"/>
                </a:lnTo>
                <a:lnTo>
                  <a:pt x="257378" y="859180"/>
                </a:lnTo>
                <a:lnTo>
                  <a:pt x="246888" y="864654"/>
                </a:lnTo>
                <a:lnTo>
                  <a:pt x="228307" y="870165"/>
                </a:lnTo>
                <a:lnTo>
                  <a:pt x="211797" y="871397"/>
                </a:lnTo>
                <a:lnTo>
                  <a:pt x="198615" y="870165"/>
                </a:lnTo>
                <a:lnTo>
                  <a:pt x="159854" y="855091"/>
                </a:lnTo>
                <a:lnTo>
                  <a:pt x="110375" y="799465"/>
                </a:lnTo>
                <a:lnTo>
                  <a:pt x="90855" y="747204"/>
                </a:lnTo>
                <a:lnTo>
                  <a:pt x="82308" y="696290"/>
                </a:lnTo>
                <a:lnTo>
                  <a:pt x="80530" y="655662"/>
                </a:lnTo>
                <a:lnTo>
                  <a:pt x="81254" y="635431"/>
                </a:lnTo>
                <a:lnTo>
                  <a:pt x="81305" y="634263"/>
                </a:lnTo>
                <a:lnTo>
                  <a:pt x="81394" y="618045"/>
                </a:lnTo>
                <a:lnTo>
                  <a:pt x="81254" y="616470"/>
                </a:lnTo>
                <a:lnTo>
                  <a:pt x="81254" y="342188"/>
                </a:lnTo>
                <a:lnTo>
                  <a:pt x="246253" y="342188"/>
                </a:lnTo>
                <a:lnTo>
                  <a:pt x="246253" y="265887"/>
                </a:lnTo>
                <a:lnTo>
                  <a:pt x="81254" y="265887"/>
                </a:lnTo>
                <a:lnTo>
                  <a:pt x="81254" y="0"/>
                </a:lnTo>
                <a:lnTo>
                  <a:pt x="50" y="0"/>
                </a:lnTo>
                <a:lnTo>
                  <a:pt x="50" y="543737"/>
                </a:lnTo>
                <a:lnTo>
                  <a:pt x="0" y="722261"/>
                </a:lnTo>
                <a:lnTo>
                  <a:pt x="11607" y="790613"/>
                </a:lnTo>
                <a:lnTo>
                  <a:pt x="31115" y="840600"/>
                </a:lnTo>
                <a:lnTo>
                  <a:pt x="65430" y="887831"/>
                </a:lnTo>
                <a:lnTo>
                  <a:pt x="98221" y="914565"/>
                </a:lnTo>
                <a:lnTo>
                  <a:pt x="134289" y="934300"/>
                </a:lnTo>
                <a:lnTo>
                  <a:pt x="171513" y="946543"/>
                </a:lnTo>
                <a:lnTo>
                  <a:pt x="207759" y="950810"/>
                </a:lnTo>
                <a:lnTo>
                  <a:pt x="235470" y="948715"/>
                </a:lnTo>
                <a:lnTo>
                  <a:pt x="275704" y="939317"/>
                </a:lnTo>
                <a:lnTo>
                  <a:pt x="297243" y="930732"/>
                </a:lnTo>
                <a:lnTo>
                  <a:pt x="304495" y="926909"/>
                </a:lnTo>
                <a:close/>
              </a:path>
            </a:pathLst>
          </a:custGeom>
          <a:solidFill>
            <a:srgbClr val="231F20"/>
          </a:solidFill>
        </p:spPr>
        <p:txBody>
          <a:bodyPr wrap="square" lIns="0" tIns="0" rIns="0" bIns="0" rtlCol="0"/>
          <a:lstStyle/>
          <a:p>
            <a:endParaRPr/>
          </a:p>
        </p:txBody>
      </p:sp>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7D8FB1F8-88D5-4493-807F-E1713E6B926F}" type="datetime1">
              <a:rPr lang="en-US" smtClean="0"/>
              <a:t>4/3/2026</a:t>
            </a:fld>
            <a:endParaRPr lang="en-US"/>
          </a:p>
        </p:txBody>
      </p:sp>
      <p:sp>
        <p:nvSpPr>
          <p:cNvPr id="4" name="Holder 4"/>
          <p:cNvSpPr>
            <a:spLocks noGrp="1"/>
          </p:cNvSpPr>
          <p:nvPr>
            <p:ph type="sldNum" sz="quarter" idx="7"/>
          </p:nvPr>
        </p:nvSpPr>
        <p:spPr/>
        <p:txBody>
          <a:bodyPr lIns="0" tIns="0" rIns="0" bIns="0"/>
          <a:lstStyle>
            <a:lvl1pPr>
              <a:defRPr sz="1850" b="1" i="0">
                <a:solidFill>
                  <a:srgbClr val="2A2E33"/>
                </a:solidFill>
                <a:latin typeface="Segoe UI"/>
                <a:cs typeface="Segoe UI"/>
              </a:defRPr>
            </a:lvl1pPr>
          </a:lstStyle>
          <a:p>
            <a:pPr marL="38100">
              <a:lnSpc>
                <a:spcPct val="100000"/>
              </a:lnSpc>
              <a:spcBef>
                <a:spcPts val="259"/>
              </a:spcBef>
            </a:pPr>
            <a:fld id="{81D60167-4931-47E6-BA6A-407CBD079E47}" type="slidenum">
              <a:rPr spc="-25" dirty="0"/>
              <a:t>‹#›</a:t>
            </a:fld>
            <a:endParaRPr spc="-25"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1654757" y="779637"/>
            <a:ext cx="13669644" cy="806450"/>
          </a:xfrm>
          <a:prstGeom prst="rect">
            <a:avLst/>
          </a:prstGeom>
        </p:spPr>
        <p:txBody>
          <a:bodyPr wrap="square" lIns="0" tIns="0" rIns="0" bIns="0">
            <a:spAutoFit/>
          </a:bodyPr>
          <a:lstStyle>
            <a:lvl1pPr>
              <a:defRPr sz="5100" b="1" i="0">
                <a:solidFill>
                  <a:srgbClr val="2A2E33"/>
                </a:solidFill>
                <a:latin typeface="Segoe UI"/>
                <a:cs typeface="Segoe UI"/>
              </a:defRPr>
            </a:lvl1pPr>
          </a:lstStyle>
          <a:p>
            <a:endParaRPr/>
          </a:p>
        </p:txBody>
      </p:sp>
      <p:sp>
        <p:nvSpPr>
          <p:cNvPr id="3" name="Holder 3"/>
          <p:cNvSpPr>
            <a:spLocks noGrp="1"/>
          </p:cNvSpPr>
          <p:nvPr>
            <p:ph type="body" idx="1"/>
          </p:nvPr>
        </p:nvSpPr>
        <p:spPr>
          <a:xfrm>
            <a:off x="1673341" y="2846725"/>
            <a:ext cx="13688060" cy="397637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6835394" y="11881866"/>
            <a:ext cx="6433312" cy="63881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1005205" y="11881866"/>
            <a:ext cx="4623943" cy="638810"/>
          </a:xfrm>
          <a:prstGeom prst="rect">
            <a:avLst/>
          </a:prstGeom>
        </p:spPr>
        <p:txBody>
          <a:bodyPr wrap="square" lIns="0" tIns="0" rIns="0" bIns="0">
            <a:spAutoFit/>
          </a:bodyPr>
          <a:lstStyle>
            <a:lvl1pPr algn="l">
              <a:defRPr>
                <a:solidFill>
                  <a:schemeClr val="tx1">
                    <a:tint val="75000"/>
                  </a:schemeClr>
                </a:solidFill>
              </a:defRPr>
            </a:lvl1pPr>
          </a:lstStyle>
          <a:p>
            <a:fld id="{3E5DF699-90A1-4BDB-9E1D-87BFE46D2B96}" type="datetime1">
              <a:rPr lang="en-US" smtClean="0"/>
              <a:t>4/3/2026</a:t>
            </a:fld>
            <a:endParaRPr lang="en-US"/>
          </a:p>
        </p:txBody>
      </p:sp>
      <p:sp>
        <p:nvSpPr>
          <p:cNvPr id="6" name="Holder 6"/>
          <p:cNvSpPr>
            <a:spLocks noGrp="1"/>
          </p:cNvSpPr>
          <p:nvPr>
            <p:ph type="sldNum" sz="quarter" idx="7"/>
          </p:nvPr>
        </p:nvSpPr>
        <p:spPr>
          <a:xfrm>
            <a:off x="1629357" y="12208440"/>
            <a:ext cx="361314" cy="482510"/>
          </a:xfrm>
          <a:prstGeom prst="rect">
            <a:avLst/>
          </a:prstGeom>
        </p:spPr>
        <p:txBody>
          <a:bodyPr wrap="square" lIns="0" tIns="0" rIns="0" bIns="0">
            <a:spAutoFit/>
          </a:bodyPr>
          <a:lstStyle>
            <a:lvl1pPr>
              <a:defRPr sz="1850" b="1" i="0">
                <a:solidFill>
                  <a:srgbClr val="2A2E33"/>
                </a:solidFill>
                <a:latin typeface="Segoe UI"/>
                <a:cs typeface="Segoe UI"/>
              </a:defRPr>
            </a:lvl1pPr>
          </a:lstStyle>
          <a:p>
            <a:pPr marL="38100">
              <a:lnSpc>
                <a:spcPct val="100000"/>
              </a:lnSpc>
              <a:spcBef>
                <a:spcPts val="259"/>
              </a:spcBef>
            </a:pPr>
            <a:fld id="{81D60167-4931-47E6-BA6A-407CBD079E47}" type="slidenum">
              <a:rPr spc="-25" dirty="0"/>
              <a:t>‹#›</a:t>
            </a:fld>
            <a:endParaRPr spc="-25"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ft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6.png"/><Relationship Id="rId4" Type="http://schemas.openxmlformats.org/officeDocument/2006/relationships/image" Target="../media/image3.png"/><Relationship Id="rId5"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6.png"/><Relationship Id="rId4" Type="http://schemas.openxmlformats.org/officeDocument/2006/relationships/image" Target="../media/image3.png"/><Relationship Id="rId5"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 Id="rId3"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4.png"/><Relationship Id="rId5" Type="http://schemas.openxmlformats.org/officeDocument/2006/relationships/image" Target="../media/image3.png"/><Relationship Id="rId6" Type="http://schemas.openxmlformats.org/officeDocument/2006/relationships/chart" Target="../charts/char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image" Target="../media/image3.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image" Target="../media/image3.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image" Target="../media/image3.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 Id="rId3" Type="http://schemas.openxmlformats.org/officeDocument/2006/relationships/image" Target="../media/image8.png"/><Relationship Id="rId4" Type="http://schemas.openxmlformats.org/officeDocument/2006/relationships/image" Target="../media/image4.png"/><Relationship Id="rId5" Type="http://schemas.openxmlformats.org/officeDocument/2006/relationships/chart" Target="../charts/chart2.xml"/><Relationship Id="rId6"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png"/><Relationship Id="rId3" Type="http://schemas.openxmlformats.org/officeDocument/2006/relationships/hyperlink" Target="mailto:sayhello@exportaccelerator.com.au" TargetMode="External"/><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4.png"/><Relationship Id="rId7" Type="http://schemas.openxmlformats.org/officeDocument/2006/relationships/image" Target="../media/image15.png"/><Relationship Id="rId8"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18" name="Picture 117">
            <a:extLst>
              <a:ext uri="{FF2B5EF4-FFF2-40B4-BE49-F238E27FC236}">
                <a16:creationId xmlns:a16="http://schemas.microsoft.com/office/drawing/2014/main" id="{1AD42C9E-A6F6-0F45-8EE3-D3C9463ECFB0}"/>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30285"/>
            <a:ext cx="20107392" cy="12774108"/>
          </a:xfrm>
          <a:prstGeom prst="rect">
            <a:avLst/>
          </a:prstGeom>
        </p:spPr>
      </p:pic>
      <p:sp>
        <p:nvSpPr>
          <p:cNvPr id="109" name="object 109"/>
          <p:cNvSpPr txBox="1">
            <a:spLocks noGrp="1"/>
          </p:cNvSpPr>
          <p:nvPr>
            <p:ph type="title"/>
          </p:nvPr>
        </p:nvSpPr>
        <p:spPr>
          <a:xfrm>
            <a:off x="4102727" y="3996294"/>
            <a:ext cx="5949323" cy="1044517"/>
          </a:xfrm>
          <a:prstGeom prst="rect">
            <a:avLst/>
          </a:prstGeom>
        </p:spPr>
        <p:txBody>
          <a:bodyPr vert="horz" wrap="square" lIns="0" tIns="13335" rIns="0" bIns="0" rtlCol="0">
            <a:spAutoFit/>
          </a:bodyPr>
          <a:lstStyle/>
          <a:p>
            <a:pPr marL="12700">
              <a:lnSpc>
                <a:spcPct val="100000"/>
              </a:lnSpc>
              <a:spcBef>
                <a:spcPts val="105"/>
              </a:spcBef>
            </a:pPr>
            <a:r>
              <a:rPr lang="en-US" sz="6700" b="0" spc="60" dirty="0">
                <a:solidFill>
                  <a:srgbClr val="FFCC1B"/>
                </a:solidFill>
                <a:latin typeface="Segoe UI"/>
                <a:cs typeface="Segoe UI"/>
              </a:rPr>
              <a:t>Spicewell</a:t>
            </a:r>
            <a:r>
              <a:rPr lang="en-US" sz="6700" b="0" spc="60" dirty="0" err="1">
                <a:solidFill>
                  <a:srgbClr val="FFCC1B"/>
                </a:solidFill>
                <a:latin typeface="Segoe UI"/>
                <a:cs typeface="Segoe UI"/>
              </a:rPr>
              <a:t/>
            </a:r>
            <a:r>
              <a:rPr lang="en-US" sz="6700" b="0" spc="60" dirty="0">
                <a:solidFill>
                  <a:srgbClr val="FFCC1B"/>
                </a:solidFill>
                <a:latin typeface="Segoe UI"/>
                <a:cs typeface="Segoe UI"/>
              </a:rPr>
              <a:t/>
            </a:r>
            <a:endParaRPr lang="en-US" sz="6700" dirty="0">
              <a:latin typeface="Segoe UI"/>
              <a:cs typeface="Segoe UI"/>
            </a:endParaRPr>
          </a:p>
        </p:txBody>
      </p:sp>
      <p:sp>
        <p:nvSpPr>
          <p:cNvPr id="110" name="object 110"/>
          <p:cNvSpPr txBox="1"/>
          <p:nvPr/>
        </p:nvSpPr>
        <p:spPr>
          <a:xfrm>
            <a:off x="4102727" y="5167062"/>
            <a:ext cx="10151110" cy="1574790"/>
          </a:xfrm>
          <a:prstGeom prst="rect">
            <a:avLst/>
          </a:prstGeom>
        </p:spPr>
        <p:txBody>
          <a:bodyPr vert="horz" wrap="square" lIns="0" tIns="12700" rIns="0" bIns="0" rtlCol="0">
            <a:spAutoFit/>
          </a:bodyPr>
          <a:lstStyle/>
          <a:p>
            <a:pPr marL="12700">
              <a:lnSpc>
                <a:spcPct val="100000"/>
              </a:lnSpc>
              <a:spcBef>
                <a:spcPts val="100"/>
              </a:spcBef>
              <a:tabLst>
                <a:tab pos="6207125" algn="l"/>
              </a:tabLst>
            </a:pPr>
            <a:r>
              <a:rPr sz="10150" b="1" spc="-10" dirty="0">
                <a:solidFill>
                  <a:srgbClr val="FFFFFF"/>
                </a:solidFill>
                <a:latin typeface="Segoe UI"/>
                <a:cs typeface="Segoe UI"/>
              </a:rPr>
              <a:t>AMA</a:t>
            </a:r>
            <a:r>
              <a:rPr lang="en-IN" sz="10150" b="1" spc="-10" dirty="0">
                <a:solidFill>
                  <a:srgbClr val="FFFFFF"/>
                </a:solidFill>
                <a:latin typeface="Segoe UI"/>
                <a:cs typeface="Segoe UI"/>
              </a:rPr>
              <a:t>Z</a:t>
            </a:r>
            <a:r>
              <a:rPr sz="10150" b="1" spc="-10" dirty="0">
                <a:solidFill>
                  <a:srgbClr val="FFFFFF"/>
                </a:solidFill>
                <a:latin typeface="Segoe UI"/>
                <a:cs typeface="Segoe UI"/>
              </a:rPr>
              <a:t>ON</a:t>
            </a:r>
            <a:r>
              <a:rPr lang="en-US" sz="10150" b="1" spc="-10" dirty="0">
                <a:solidFill>
                  <a:srgbClr val="FFFFFF"/>
                </a:solidFill>
                <a:latin typeface="Segoe UI"/>
                <a:cs typeface="Segoe UI"/>
              </a:rPr>
              <a:t> </a:t>
            </a:r>
            <a:r>
              <a:rPr sz="10150" b="1" dirty="0">
                <a:solidFill>
                  <a:srgbClr val="FFFFFF"/>
                </a:solidFill>
                <a:latin typeface="Segoe UI"/>
                <a:cs typeface="Segoe UI"/>
              </a:rPr>
              <a:t>	</a:t>
            </a:r>
            <a:r>
              <a:rPr sz="10150" b="1" spc="-30" dirty="0">
                <a:solidFill>
                  <a:srgbClr val="FFFFFF"/>
                </a:solidFill>
                <a:latin typeface="Segoe UI"/>
                <a:cs typeface="Segoe UI"/>
              </a:rPr>
              <a:t>AUDIT</a:t>
            </a:r>
            <a:endParaRPr sz="10150" dirty="0">
              <a:latin typeface="Segoe UI"/>
              <a:cs typeface="Segoe UI"/>
            </a:endParaRPr>
          </a:p>
        </p:txBody>
      </p:sp>
      <p:pic>
        <p:nvPicPr>
          <p:cNvPr id="120" name="Picture 119">
            <a:extLst>
              <a:ext uri="{FF2B5EF4-FFF2-40B4-BE49-F238E27FC236}">
                <a16:creationId xmlns:a16="http://schemas.microsoft.com/office/drawing/2014/main" id="{B6B5770B-C9C3-B7AF-6DD1-AD2D4031898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919450" y="10881546"/>
            <a:ext cx="3571875" cy="129775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6" name="object 26"/>
          <p:cNvSpPr txBox="1">
            <a:spLocks noGrp="1"/>
          </p:cNvSpPr>
          <p:nvPr>
            <p:ph type="title"/>
          </p:nvPr>
        </p:nvSpPr>
        <p:spPr>
          <a:prstGeom prst="rect">
            <a:avLst/>
          </a:prstGeom>
        </p:spPr>
        <p:txBody>
          <a:bodyPr vert="horz" wrap="square" lIns="0" tIns="15240" rIns="0" bIns="0" rtlCol="0">
            <a:spAutoFit/>
          </a:bodyPr>
          <a:lstStyle/>
          <a:p>
            <a:pPr marL="36195">
              <a:lnSpc>
                <a:spcPct val="100000"/>
              </a:lnSpc>
              <a:spcBef>
                <a:spcPts val="120"/>
              </a:spcBef>
            </a:pPr>
            <a:r>
              <a:rPr spc="-10" dirty="0">
                <a:latin typeface="Segoe UI" panose="020B0502040204020203" pitchFamily="34" charset="0"/>
                <a:cs typeface="Segoe UI" panose="020B0502040204020203" pitchFamily="34" charset="0"/>
              </a:rPr>
              <a:t>Contents</a:t>
            </a:r>
          </a:p>
        </p:txBody>
      </p:sp>
      <p:sp>
        <p:nvSpPr>
          <p:cNvPr id="29" name="object 29"/>
          <p:cNvSpPr txBox="1"/>
          <p:nvPr/>
        </p:nvSpPr>
        <p:spPr>
          <a:xfrm>
            <a:off x="2197678" y="2714626"/>
            <a:ext cx="3065780" cy="422909"/>
          </a:xfrm>
          <a:prstGeom prst="rect">
            <a:avLst/>
          </a:prstGeom>
        </p:spPr>
        <p:txBody>
          <a:bodyPr vert="horz" wrap="square" lIns="0" tIns="13335" rIns="0" bIns="0" rtlCol="0">
            <a:spAutoFit/>
          </a:bodyPr>
          <a:lstStyle/>
          <a:p>
            <a:pPr marL="12700">
              <a:lnSpc>
                <a:spcPct val="100000"/>
              </a:lnSpc>
              <a:spcBef>
                <a:spcPts val="105"/>
              </a:spcBef>
            </a:pPr>
            <a:r>
              <a:rPr lang="en-IN" sz="2600" dirty="0">
                <a:solidFill>
                  <a:srgbClr val="2A2E33"/>
                </a:solidFill>
                <a:latin typeface="Segoe UI" panose="020B0502040204020203" pitchFamily="34" charset="0"/>
                <a:cs typeface="Segoe UI" panose="020B0502040204020203" pitchFamily="34" charset="0"/>
              </a:rPr>
              <a:t>Keyword Analysis</a:t>
            </a:r>
            <a:endParaRPr lang="en-IN" sz="2600" dirty="0">
              <a:latin typeface="Segoe UI" panose="020B0502040204020203" pitchFamily="34" charset="0"/>
              <a:cs typeface="Segoe UI" panose="020B0502040204020203" pitchFamily="34" charset="0"/>
            </a:endParaRPr>
          </a:p>
        </p:txBody>
      </p:sp>
      <p:sp>
        <p:nvSpPr>
          <p:cNvPr id="31" name="object 31"/>
          <p:cNvSpPr txBox="1"/>
          <p:nvPr/>
        </p:nvSpPr>
        <p:spPr>
          <a:xfrm>
            <a:off x="2197678" y="3436007"/>
            <a:ext cx="6406572" cy="413575"/>
          </a:xfrm>
          <a:prstGeom prst="rect">
            <a:avLst/>
          </a:prstGeom>
        </p:spPr>
        <p:txBody>
          <a:bodyPr vert="horz" wrap="square" lIns="0" tIns="13335" rIns="0" bIns="0" rtlCol="0">
            <a:spAutoFit/>
          </a:bodyPr>
          <a:lstStyle/>
          <a:p>
            <a:pPr marL="12700">
              <a:lnSpc>
                <a:spcPct val="100000"/>
              </a:lnSpc>
              <a:spcBef>
                <a:spcPts val="105"/>
              </a:spcBef>
            </a:pPr>
            <a:r>
              <a:rPr lang="en-IN" sz="2600" dirty="0">
                <a:solidFill>
                  <a:srgbClr val="2A2E33"/>
                </a:solidFill>
                <a:latin typeface="Segoe UI" panose="020B0502040204020203" pitchFamily="34" charset="0"/>
                <a:cs typeface="Segoe UI" panose="020B0502040204020203" pitchFamily="34" charset="0"/>
              </a:rPr>
              <a:t>Sales &amp; Ineffective Ad Spend</a:t>
            </a:r>
            <a:endParaRPr sz="2600" dirty="0">
              <a:latin typeface="Segoe UI" panose="020B0502040204020203" pitchFamily="34" charset="0"/>
              <a:cs typeface="Segoe UI" panose="020B0502040204020203" pitchFamily="34" charset="0"/>
            </a:endParaRPr>
          </a:p>
        </p:txBody>
      </p:sp>
      <p:sp>
        <p:nvSpPr>
          <p:cNvPr id="32" name="object 32"/>
          <p:cNvSpPr txBox="1"/>
          <p:nvPr/>
        </p:nvSpPr>
        <p:spPr>
          <a:xfrm>
            <a:off x="2204663" y="4127326"/>
            <a:ext cx="4486275" cy="422909"/>
          </a:xfrm>
          <a:prstGeom prst="rect">
            <a:avLst/>
          </a:prstGeom>
        </p:spPr>
        <p:txBody>
          <a:bodyPr vert="horz" wrap="square" lIns="0" tIns="13335" rIns="0" bIns="0" rtlCol="0">
            <a:spAutoFit/>
          </a:bodyPr>
          <a:lstStyle/>
          <a:p>
            <a:pPr marL="12700">
              <a:lnSpc>
                <a:spcPct val="100000"/>
              </a:lnSpc>
              <a:spcBef>
                <a:spcPts val="105"/>
              </a:spcBef>
            </a:pPr>
            <a:r>
              <a:rPr lang="en-IN" sz="2600" dirty="0">
                <a:solidFill>
                  <a:srgbClr val="2A2E33"/>
                </a:solidFill>
                <a:latin typeface="Segoe UI" panose="020B0502040204020203" pitchFamily="34" charset="0"/>
                <a:cs typeface="Segoe UI" panose="020B0502040204020203" pitchFamily="34" charset="0"/>
              </a:rPr>
              <a:t>Match Type Analysis</a:t>
            </a:r>
            <a:endParaRPr lang="en-IN" sz="2600" dirty="0">
              <a:latin typeface="Segoe UI" panose="020B0502040204020203" pitchFamily="34" charset="0"/>
              <a:cs typeface="Segoe UI" panose="020B0502040204020203" pitchFamily="34" charset="0"/>
            </a:endParaRPr>
          </a:p>
        </p:txBody>
      </p:sp>
      <p:sp>
        <p:nvSpPr>
          <p:cNvPr id="37" name="object 37"/>
          <p:cNvSpPr txBox="1"/>
          <p:nvPr/>
        </p:nvSpPr>
        <p:spPr>
          <a:xfrm>
            <a:off x="2180442" y="5558905"/>
            <a:ext cx="7539990" cy="422909"/>
          </a:xfrm>
          <a:prstGeom prst="rect">
            <a:avLst/>
          </a:prstGeom>
        </p:spPr>
        <p:txBody>
          <a:bodyPr vert="horz" wrap="square" lIns="0" tIns="13335" rIns="0" bIns="0" rtlCol="0">
            <a:spAutoFit/>
          </a:bodyPr>
          <a:lstStyle/>
          <a:p>
            <a:pPr marL="12700">
              <a:lnSpc>
                <a:spcPct val="100000"/>
              </a:lnSpc>
              <a:spcBef>
                <a:spcPts val="105"/>
              </a:spcBef>
            </a:pPr>
            <a:r>
              <a:rPr lang="en-IN" sz="2600" dirty="0">
                <a:solidFill>
                  <a:srgbClr val="2A2E33"/>
                </a:solidFill>
                <a:latin typeface="Segoe UI" panose="020B0502040204020203" pitchFamily="34" charset="0"/>
                <a:cs typeface="Segoe UI" panose="020B0502040204020203" pitchFamily="34" charset="0"/>
              </a:rPr>
              <a:t>Lowest </a:t>
            </a:r>
            <a:r>
              <a:rPr lang="en-IN" sz="2600" dirty="0" err="1">
                <a:solidFill>
                  <a:srgbClr val="2A2E33"/>
                </a:solidFill>
                <a:latin typeface="Segoe UI" panose="020B0502040204020203" pitchFamily="34" charset="0"/>
                <a:cs typeface="Segoe UI" panose="020B0502040204020203" pitchFamily="34" charset="0"/>
              </a:rPr>
              <a:t>ACoS</a:t>
            </a:r>
            <a:r>
              <a:rPr lang="en-IN" sz="2600" dirty="0">
                <a:solidFill>
                  <a:srgbClr val="2A2E33"/>
                </a:solidFill>
                <a:latin typeface="Segoe UI" panose="020B0502040204020203" pitchFamily="34" charset="0"/>
                <a:cs typeface="Segoe UI" panose="020B0502040204020203" pitchFamily="34" charset="0"/>
              </a:rPr>
              <a:t> Keywords</a:t>
            </a:r>
            <a:endParaRPr sz="2600" dirty="0">
              <a:latin typeface="Segoe UI" panose="020B0502040204020203" pitchFamily="34" charset="0"/>
              <a:cs typeface="Segoe UI" panose="020B0502040204020203" pitchFamily="34" charset="0"/>
            </a:endParaRPr>
          </a:p>
        </p:txBody>
      </p:sp>
      <p:sp>
        <p:nvSpPr>
          <p:cNvPr id="38" name="object 38"/>
          <p:cNvSpPr txBox="1"/>
          <p:nvPr/>
        </p:nvSpPr>
        <p:spPr>
          <a:xfrm>
            <a:off x="2208148" y="6295436"/>
            <a:ext cx="5207000" cy="422909"/>
          </a:xfrm>
          <a:prstGeom prst="rect">
            <a:avLst/>
          </a:prstGeom>
        </p:spPr>
        <p:txBody>
          <a:bodyPr vert="horz" wrap="square" lIns="0" tIns="13335" rIns="0" bIns="0" rtlCol="0">
            <a:spAutoFit/>
          </a:bodyPr>
          <a:lstStyle/>
          <a:p>
            <a:pPr marL="12700">
              <a:lnSpc>
                <a:spcPct val="100000"/>
              </a:lnSpc>
              <a:spcBef>
                <a:spcPts val="105"/>
              </a:spcBef>
            </a:pPr>
            <a:r>
              <a:rPr lang="en-IN" sz="2600" dirty="0">
                <a:solidFill>
                  <a:srgbClr val="2A2E33"/>
                </a:solidFill>
                <a:latin typeface="Segoe UI" panose="020B0502040204020203" pitchFamily="34" charset="0"/>
                <a:cs typeface="Segoe UI" panose="020B0502040204020203" pitchFamily="34" charset="0"/>
              </a:rPr>
              <a:t>Highest </a:t>
            </a:r>
            <a:r>
              <a:rPr lang="en-IN" sz="2600" dirty="0" err="1">
                <a:solidFill>
                  <a:srgbClr val="2A2E33"/>
                </a:solidFill>
                <a:latin typeface="Segoe UI" panose="020B0502040204020203" pitchFamily="34" charset="0"/>
                <a:cs typeface="Segoe UI" panose="020B0502040204020203" pitchFamily="34" charset="0"/>
              </a:rPr>
              <a:t>ACoS</a:t>
            </a:r>
            <a:r>
              <a:rPr lang="en-IN" sz="2600" dirty="0">
                <a:solidFill>
                  <a:srgbClr val="2A2E33"/>
                </a:solidFill>
                <a:latin typeface="Segoe UI" panose="020B0502040204020203" pitchFamily="34" charset="0"/>
                <a:cs typeface="Segoe UI" panose="020B0502040204020203" pitchFamily="34" charset="0"/>
              </a:rPr>
              <a:t> Keywords</a:t>
            </a:r>
            <a:endParaRPr sz="2600" dirty="0">
              <a:latin typeface="Segoe UI" panose="020B0502040204020203" pitchFamily="34" charset="0"/>
              <a:cs typeface="Segoe UI" panose="020B0502040204020203" pitchFamily="34" charset="0"/>
            </a:endParaRPr>
          </a:p>
        </p:txBody>
      </p:sp>
      <p:sp>
        <p:nvSpPr>
          <p:cNvPr id="39" name="object 39"/>
          <p:cNvSpPr txBox="1"/>
          <p:nvPr/>
        </p:nvSpPr>
        <p:spPr>
          <a:xfrm>
            <a:off x="2226101" y="6988367"/>
            <a:ext cx="6117590" cy="422909"/>
          </a:xfrm>
          <a:prstGeom prst="rect">
            <a:avLst/>
          </a:prstGeom>
        </p:spPr>
        <p:txBody>
          <a:bodyPr vert="horz" wrap="square" lIns="0" tIns="13335" rIns="0" bIns="0" rtlCol="0">
            <a:spAutoFit/>
          </a:bodyPr>
          <a:lstStyle/>
          <a:p>
            <a:pPr marL="12700">
              <a:lnSpc>
                <a:spcPct val="100000"/>
              </a:lnSpc>
              <a:spcBef>
                <a:spcPts val="105"/>
              </a:spcBef>
            </a:pPr>
            <a:r>
              <a:rPr lang="en-US" sz="2600" dirty="0">
                <a:solidFill>
                  <a:srgbClr val="2A2E33"/>
                </a:solidFill>
                <a:latin typeface="Segoe UI" panose="020B0502040204020203" pitchFamily="34" charset="0"/>
                <a:cs typeface="Segoe UI" panose="020B0502040204020203" pitchFamily="34" charset="0"/>
              </a:rPr>
              <a:t>Highest Click Keywords with No Sales</a:t>
            </a:r>
            <a:endParaRPr sz="2600" dirty="0">
              <a:latin typeface="Segoe UI" panose="020B0502040204020203" pitchFamily="34" charset="0"/>
              <a:cs typeface="Segoe UI" panose="020B0502040204020203" pitchFamily="34" charset="0"/>
            </a:endParaRPr>
          </a:p>
        </p:txBody>
      </p:sp>
      <p:sp>
        <p:nvSpPr>
          <p:cNvPr id="42" name="object 42"/>
          <p:cNvSpPr txBox="1"/>
          <p:nvPr/>
        </p:nvSpPr>
        <p:spPr>
          <a:xfrm>
            <a:off x="11237741" y="2585626"/>
            <a:ext cx="379730" cy="394970"/>
          </a:xfrm>
          <a:prstGeom prst="rect">
            <a:avLst/>
          </a:prstGeom>
        </p:spPr>
        <p:txBody>
          <a:bodyPr vert="horz" wrap="square" lIns="0" tIns="15240" rIns="0" bIns="0" rtlCol="0">
            <a:spAutoFit/>
          </a:bodyPr>
          <a:lstStyle/>
          <a:p>
            <a:pPr marL="12700">
              <a:lnSpc>
                <a:spcPct val="100000"/>
              </a:lnSpc>
              <a:spcBef>
                <a:spcPts val="120"/>
              </a:spcBef>
            </a:pPr>
            <a:r>
              <a:rPr lang="en-IN" sz="2400" b="1" spc="-25" dirty="0">
                <a:solidFill>
                  <a:srgbClr val="FF3426"/>
                </a:solidFill>
                <a:latin typeface="Segoe UI" panose="020B0502040204020203" pitchFamily="34" charset="0"/>
                <a:cs typeface="Segoe UI" panose="020B0502040204020203" pitchFamily="34" charset="0"/>
              </a:rPr>
              <a:t>03</a:t>
            </a:r>
            <a:endParaRPr sz="2400" dirty="0">
              <a:latin typeface="Segoe UI" panose="020B0502040204020203" pitchFamily="34" charset="0"/>
              <a:cs typeface="Segoe UI" panose="020B0502040204020203" pitchFamily="34" charset="0"/>
            </a:endParaRPr>
          </a:p>
        </p:txBody>
      </p:sp>
      <p:sp>
        <p:nvSpPr>
          <p:cNvPr id="44" name="object 44"/>
          <p:cNvSpPr txBox="1"/>
          <p:nvPr/>
        </p:nvSpPr>
        <p:spPr>
          <a:xfrm>
            <a:off x="11244391" y="3373665"/>
            <a:ext cx="379730" cy="394970"/>
          </a:xfrm>
          <a:prstGeom prst="rect">
            <a:avLst/>
          </a:prstGeom>
        </p:spPr>
        <p:txBody>
          <a:bodyPr vert="horz" wrap="square" lIns="0" tIns="15240" rIns="0" bIns="0" rtlCol="0">
            <a:spAutoFit/>
          </a:bodyPr>
          <a:lstStyle/>
          <a:p>
            <a:pPr marL="12700">
              <a:lnSpc>
                <a:spcPct val="100000"/>
              </a:lnSpc>
              <a:spcBef>
                <a:spcPts val="120"/>
              </a:spcBef>
            </a:pPr>
            <a:r>
              <a:rPr lang="en-IN" sz="2400" b="1" spc="-25" dirty="0">
                <a:solidFill>
                  <a:srgbClr val="FF3426"/>
                </a:solidFill>
                <a:latin typeface="Segoe UI" panose="020B0502040204020203" pitchFamily="34" charset="0"/>
                <a:cs typeface="Segoe UI" panose="020B0502040204020203" pitchFamily="34" charset="0"/>
              </a:rPr>
              <a:t>04</a:t>
            </a:r>
            <a:endParaRPr sz="2400" dirty="0">
              <a:latin typeface="Segoe UI" panose="020B0502040204020203" pitchFamily="34" charset="0"/>
              <a:cs typeface="Segoe UI" panose="020B0502040204020203" pitchFamily="34" charset="0"/>
            </a:endParaRPr>
          </a:p>
        </p:txBody>
      </p:sp>
      <p:sp>
        <p:nvSpPr>
          <p:cNvPr id="45" name="object 45"/>
          <p:cNvSpPr txBox="1"/>
          <p:nvPr/>
        </p:nvSpPr>
        <p:spPr>
          <a:xfrm>
            <a:off x="11231091" y="4125101"/>
            <a:ext cx="379730" cy="394970"/>
          </a:xfrm>
          <a:prstGeom prst="rect">
            <a:avLst/>
          </a:prstGeom>
        </p:spPr>
        <p:txBody>
          <a:bodyPr vert="horz" wrap="square" lIns="0" tIns="15240" rIns="0" bIns="0" rtlCol="0">
            <a:spAutoFit/>
          </a:bodyPr>
          <a:lstStyle/>
          <a:p>
            <a:pPr marL="12700">
              <a:lnSpc>
                <a:spcPct val="100000"/>
              </a:lnSpc>
              <a:spcBef>
                <a:spcPts val="120"/>
              </a:spcBef>
            </a:pPr>
            <a:r>
              <a:rPr lang="en-IN" sz="2400" b="1" spc="-25" dirty="0">
                <a:solidFill>
                  <a:srgbClr val="FF3426"/>
                </a:solidFill>
                <a:latin typeface="Segoe UI" panose="020B0502040204020203" pitchFamily="34" charset="0"/>
                <a:cs typeface="Segoe UI" panose="020B0502040204020203" pitchFamily="34" charset="0"/>
              </a:rPr>
              <a:t>05</a:t>
            </a:r>
            <a:endParaRPr sz="2400" dirty="0">
              <a:latin typeface="Segoe UI" panose="020B0502040204020203" pitchFamily="34" charset="0"/>
              <a:cs typeface="Segoe UI" panose="020B0502040204020203" pitchFamily="34" charset="0"/>
            </a:endParaRPr>
          </a:p>
        </p:txBody>
      </p:sp>
      <p:sp>
        <p:nvSpPr>
          <p:cNvPr id="50" name="object 50"/>
          <p:cNvSpPr txBox="1"/>
          <p:nvPr/>
        </p:nvSpPr>
        <p:spPr>
          <a:xfrm>
            <a:off x="11231091" y="5497853"/>
            <a:ext cx="379730" cy="394970"/>
          </a:xfrm>
          <a:prstGeom prst="rect">
            <a:avLst/>
          </a:prstGeom>
        </p:spPr>
        <p:txBody>
          <a:bodyPr vert="horz" wrap="square" lIns="0" tIns="15240" rIns="0" bIns="0" rtlCol="0">
            <a:spAutoFit/>
          </a:bodyPr>
          <a:lstStyle/>
          <a:p>
            <a:pPr marL="12700">
              <a:lnSpc>
                <a:spcPct val="100000"/>
              </a:lnSpc>
              <a:spcBef>
                <a:spcPts val="120"/>
              </a:spcBef>
            </a:pPr>
            <a:r>
              <a:rPr lang="en-IN" sz="2400" b="1" spc="-25" dirty="0">
                <a:solidFill>
                  <a:srgbClr val="FF3426"/>
                </a:solidFill>
                <a:latin typeface="Segoe UI" panose="020B0502040204020203" pitchFamily="34" charset="0"/>
                <a:cs typeface="Segoe UI" panose="020B0502040204020203" pitchFamily="34" charset="0"/>
              </a:rPr>
              <a:t>07</a:t>
            </a:r>
            <a:endParaRPr sz="2400" dirty="0">
              <a:latin typeface="Segoe UI" panose="020B0502040204020203" pitchFamily="34" charset="0"/>
              <a:cs typeface="Segoe UI" panose="020B0502040204020203" pitchFamily="34" charset="0"/>
            </a:endParaRPr>
          </a:p>
        </p:txBody>
      </p:sp>
      <p:sp>
        <p:nvSpPr>
          <p:cNvPr id="51" name="object 51"/>
          <p:cNvSpPr txBox="1"/>
          <p:nvPr/>
        </p:nvSpPr>
        <p:spPr>
          <a:xfrm>
            <a:off x="11272520" y="6222409"/>
            <a:ext cx="379730" cy="394970"/>
          </a:xfrm>
          <a:prstGeom prst="rect">
            <a:avLst/>
          </a:prstGeom>
        </p:spPr>
        <p:txBody>
          <a:bodyPr vert="horz" wrap="square" lIns="0" tIns="15240" rIns="0" bIns="0" rtlCol="0">
            <a:spAutoFit/>
          </a:bodyPr>
          <a:lstStyle/>
          <a:p>
            <a:pPr marL="12700">
              <a:lnSpc>
                <a:spcPct val="100000"/>
              </a:lnSpc>
              <a:spcBef>
                <a:spcPts val="120"/>
              </a:spcBef>
            </a:pPr>
            <a:r>
              <a:rPr lang="en-IN" sz="2400" b="1" spc="-25" dirty="0">
                <a:solidFill>
                  <a:srgbClr val="FF3426"/>
                </a:solidFill>
                <a:latin typeface="Segoe UI" panose="020B0502040204020203" pitchFamily="34" charset="0"/>
                <a:cs typeface="Segoe UI" panose="020B0502040204020203" pitchFamily="34" charset="0"/>
              </a:rPr>
              <a:t>08</a:t>
            </a:r>
            <a:endParaRPr sz="2400" dirty="0">
              <a:latin typeface="Segoe UI" panose="020B0502040204020203" pitchFamily="34" charset="0"/>
              <a:cs typeface="Segoe UI" panose="020B0502040204020203" pitchFamily="34" charset="0"/>
            </a:endParaRPr>
          </a:p>
        </p:txBody>
      </p:sp>
      <p:sp>
        <p:nvSpPr>
          <p:cNvPr id="52" name="object 52"/>
          <p:cNvSpPr txBox="1"/>
          <p:nvPr/>
        </p:nvSpPr>
        <p:spPr>
          <a:xfrm>
            <a:off x="11280026" y="7059930"/>
            <a:ext cx="379730" cy="394970"/>
          </a:xfrm>
          <a:prstGeom prst="rect">
            <a:avLst/>
          </a:prstGeom>
        </p:spPr>
        <p:txBody>
          <a:bodyPr vert="horz" wrap="square" lIns="0" tIns="15240" rIns="0" bIns="0" rtlCol="0">
            <a:spAutoFit/>
          </a:bodyPr>
          <a:lstStyle/>
          <a:p>
            <a:pPr marL="12700">
              <a:lnSpc>
                <a:spcPct val="100000"/>
              </a:lnSpc>
              <a:spcBef>
                <a:spcPts val="120"/>
              </a:spcBef>
            </a:pPr>
            <a:r>
              <a:rPr lang="en-IN" sz="2400" b="1" spc="-25" dirty="0">
                <a:solidFill>
                  <a:srgbClr val="FF3426"/>
                </a:solidFill>
                <a:latin typeface="Segoe UI" panose="020B0502040204020203" pitchFamily="34" charset="0"/>
                <a:cs typeface="Segoe UI" panose="020B0502040204020203" pitchFamily="34" charset="0"/>
              </a:rPr>
              <a:t>09</a:t>
            </a:r>
            <a:endParaRPr sz="2400" dirty="0">
              <a:latin typeface="Segoe UI" panose="020B0502040204020203" pitchFamily="34" charset="0"/>
              <a:cs typeface="Segoe UI" panose="020B0502040204020203" pitchFamily="34" charset="0"/>
            </a:endParaRPr>
          </a:p>
        </p:txBody>
      </p:sp>
      <p:sp>
        <p:nvSpPr>
          <p:cNvPr id="53" name="object 53"/>
          <p:cNvSpPr/>
          <p:nvPr/>
        </p:nvSpPr>
        <p:spPr>
          <a:xfrm>
            <a:off x="1377722" y="3258046"/>
            <a:ext cx="11072495" cy="0"/>
          </a:xfrm>
          <a:custGeom>
            <a:avLst/>
            <a:gdLst/>
            <a:ahLst/>
            <a:cxnLst/>
            <a:rect l="l" t="t" r="r" b="b"/>
            <a:pathLst>
              <a:path w="11072495">
                <a:moveTo>
                  <a:pt x="0" y="0"/>
                </a:moveTo>
                <a:lnTo>
                  <a:pt x="11071956" y="0"/>
                </a:lnTo>
              </a:path>
            </a:pathLst>
          </a:custGeom>
          <a:ln w="11825">
            <a:solidFill>
              <a:srgbClr val="E3E3E3"/>
            </a:solidFill>
          </a:ln>
        </p:spPr>
        <p:txBody>
          <a:bodyPr wrap="square" lIns="0" tIns="0" rIns="0" bIns="0" rtlCol="0"/>
          <a:lstStyle/>
          <a:p>
            <a:endParaRPr>
              <a:latin typeface="Segoe UI" panose="020B0502040204020203" pitchFamily="34" charset="0"/>
              <a:cs typeface="Segoe UI" panose="020B0502040204020203" pitchFamily="34" charset="0"/>
            </a:endParaRPr>
          </a:p>
        </p:txBody>
      </p:sp>
      <p:sp>
        <p:nvSpPr>
          <p:cNvPr id="54" name="object 54"/>
          <p:cNvSpPr/>
          <p:nvPr/>
        </p:nvSpPr>
        <p:spPr>
          <a:xfrm>
            <a:off x="1377722" y="3967603"/>
            <a:ext cx="11072495" cy="0"/>
          </a:xfrm>
          <a:custGeom>
            <a:avLst/>
            <a:gdLst/>
            <a:ahLst/>
            <a:cxnLst/>
            <a:rect l="l" t="t" r="r" b="b"/>
            <a:pathLst>
              <a:path w="11072495">
                <a:moveTo>
                  <a:pt x="0" y="0"/>
                </a:moveTo>
                <a:lnTo>
                  <a:pt x="11071956" y="0"/>
                </a:lnTo>
              </a:path>
            </a:pathLst>
          </a:custGeom>
          <a:ln w="11825">
            <a:solidFill>
              <a:srgbClr val="E3E3E3"/>
            </a:solidFill>
          </a:ln>
        </p:spPr>
        <p:txBody>
          <a:bodyPr wrap="square" lIns="0" tIns="0" rIns="0" bIns="0" rtlCol="0"/>
          <a:lstStyle/>
          <a:p>
            <a:endParaRPr>
              <a:latin typeface="Segoe UI" panose="020B0502040204020203" pitchFamily="34" charset="0"/>
              <a:cs typeface="Segoe UI" panose="020B0502040204020203" pitchFamily="34" charset="0"/>
            </a:endParaRPr>
          </a:p>
        </p:txBody>
      </p:sp>
      <p:sp>
        <p:nvSpPr>
          <p:cNvPr id="55" name="object 55"/>
          <p:cNvSpPr/>
          <p:nvPr/>
        </p:nvSpPr>
        <p:spPr>
          <a:xfrm>
            <a:off x="1377722" y="4688985"/>
            <a:ext cx="11072495" cy="0"/>
          </a:xfrm>
          <a:custGeom>
            <a:avLst/>
            <a:gdLst/>
            <a:ahLst/>
            <a:cxnLst/>
            <a:rect l="l" t="t" r="r" b="b"/>
            <a:pathLst>
              <a:path w="11072495">
                <a:moveTo>
                  <a:pt x="0" y="0"/>
                </a:moveTo>
                <a:lnTo>
                  <a:pt x="11071956" y="0"/>
                </a:lnTo>
              </a:path>
            </a:pathLst>
          </a:custGeom>
          <a:ln w="11825">
            <a:solidFill>
              <a:srgbClr val="E3E3E3"/>
            </a:solidFill>
          </a:ln>
        </p:spPr>
        <p:txBody>
          <a:bodyPr wrap="square" lIns="0" tIns="0" rIns="0" bIns="0" rtlCol="0"/>
          <a:lstStyle/>
          <a:p>
            <a:endParaRPr>
              <a:latin typeface="Segoe UI" panose="020B0502040204020203" pitchFamily="34" charset="0"/>
              <a:cs typeface="Segoe UI" panose="020B0502040204020203" pitchFamily="34" charset="0"/>
            </a:endParaRPr>
          </a:p>
        </p:txBody>
      </p:sp>
      <p:sp>
        <p:nvSpPr>
          <p:cNvPr id="56" name="object 56"/>
          <p:cNvSpPr/>
          <p:nvPr/>
        </p:nvSpPr>
        <p:spPr>
          <a:xfrm>
            <a:off x="1377722" y="5398542"/>
            <a:ext cx="11072495" cy="0"/>
          </a:xfrm>
          <a:custGeom>
            <a:avLst/>
            <a:gdLst/>
            <a:ahLst/>
            <a:cxnLst/>
            <a:rect l="l" t="t" r="r" b="b"/>
            <a:pathLst>
              <a:path w="11072495">
                <a:moveTo>
                  <a:pt x="0" y="0"/>
                </a:moveTo>
                <a:lnTo>
                  <a:pt x="11071956" y="0"/>
                </a:lnTo>
              </a:path>
            </a:pathLst>
          </a:custGeom>
          <a:ln w="11825">
            <a:solidFill>
              <a:srgbClr val="E3E3E3"/>
            </a:solidFill>
          </a:ln>
        </p:spPr>
        <p:txBody>
          <a:bodyPr wrap="square" lIns="0" tIns="0" rIns="0" bIns="0" rtlCol="0"/>
          <a:lstStyle/>
          <a:p>
            <a:endParaRPr>
              <a:latin typeface="Segoe UI" panose="020B0502040204020203" pitchFamily="34" charset="0"/>
              <a:cs typeface="Segoe UI" panose="020B0502040204020203" pitchFamily="34" charset="0"/>
            </a:endParaRPr>
          </a:p>
        </p:txBody>
      </p:sp>
      <p:sp>
        <p:nvSpPr>
          <p:cNvPr id="57" name="object 57"/>
          <p:cNvSpPr/>
          <p:nvPr/>
        </p:nvSpPr>
        <p:spPr>
          <a:xfrm>
            <a:off x="1377722" y="6108098"/>
            <a:ext cx="11072495" cy="0"/>
          </a:xfrm>
          <a:custGeom>
            <a:avLst/>
            <a:gdLst/>
            <a:ahLst/>
            <a:cxnLst/>
            <a:rect l="l" t="t" r="r" b="b"/>
            <a:pathLst>
              <a:path w="11072495">
                <a:moveTo>
                  <a:pt x="0" y="0"/>
                </a:moveTo>
                <a:lnTo>
                  <a:pt x="11071956" y="0"/>
                </a:lnTo>
              </a:path>
            </a:pathLst>
          </a:custGeom>
          <a:ln w="11825">
            <a:solidFill>
              <a:srgbClr val="E3E3E3"/>
            </a:solidFill>
          </a:ln>
        </p:spPr>
        <p:txBody>
          <a:bodyPr wrap="square" lIns="0" tIns="0" rIns="0" bIns="0" rtlCol="0"/>
          <a:lstStyle/>
          <a:p>
            <a:endParaRPr>
              <a:latin typeface="Segoe UI" panose="020B0502040204020203" pitchFamily="34" charset="0"/>
              <a:cs typeface="Segoe UI" panose="020B0502040204020203" pitchFamily="34" charset="0"/>
            </a:endParaRPr>
          </a:p>
        </p:txBody>
      </p:sp>
      <p:sp>
        <p:nvSpPr>
          <p:cNvPr id="58" name="object 58"/>
          <p:cNvSpPr/>
          <p:nvPr/>
        </p:nvSpPr>
        <p:spPr>
          <a:xfrm>
            <a:off x="1377722" y="6817655"/>
            <a:ext cx="11072495" cy="0"/>
          </a:xfrm>
          <a:custGeom>
            <a:avLst/>
            <a:gdLst/>
            <a:ahLst/>
            <a:cxnLst/>
            <a:rect l="l" t="t" r="r" b="b"/>
            <a:pathLst>
              <a:path w="11072495">
                <a:moveTo>
                  <a:pt x="0" y="0"/>
                </a:moveTo>
                <a:lnTo>
                  <a:pt x="11071956" y="0"/>
                </a:lnTo>
              </a:path>
            </a:pathLst>
          </a:custGeom>
          <a:ln w="11825">
            <a:solidFill>
              <a:srgbClr val="E3E3E3"/>
            </a:solidFill>
          </a:ln>
        </p:spPr>
        <p:txBody>
          <a:bodyPr wrap="square" lIns="0" tIns="0" rIns="0" bIns="0" rtlCol="0"/>
          <a:lstStyle/>
          <a:p>
            <a:endParaRPr>
              <a:latin typeface="Segoe UI" panose="020B0502040204020203" pitchFamily="34" charset="0"/>
              <a:cs typeface="Segoe UI" panose="020B0502040204020203" pitchFamily="34" charset="0"/>
            </a:endParaRPr>
          </a:p>
        </p:txBody>
      </p:sp>
      <p:sp>
        <p:nvSpPr>
          <p:cNvPr id="60" name="object 60"/>
          <p:cNvSpPr/>
          <p:nvPr/>
        </p:nvSpPr>
        <p:spPr>
          <a:xfrm>
            <a:off x="1377722" y="7539037"/>
            <a:ext cx="11072495" cy="0"/>
          </a:xfrm>
          <a:custGeom>
            <a:avLst/>
            <a:gdLst/>
            <a:ahLst/>
            <a:cxnLst/>
            <a:rect l="l" t="t" r="r" b="b"/>
            <a:pathLst>
              <a:path w="11072495">
                <a:moveTo>
                  <a:pt x="0" y="0"/>
                </a:moveTo>
                <a:lnTo>
                  <a:pt x="11071956" y="0"/>
                </a:lnTo>
              </a:path>
            </a:pathLst>
          </a:custGeom>
          <a:ln w="11825">
            <a:solidFill>
              <a:srgbClr val="E3E3E3"/>
            </a:solidFill>
          </a:ln>
        </p:spPr>
        <p:txBody>
          <a:bodyPr wrap="square" lIns="0" tIns="0" rIns="0" bIns="0" rtlCol="0"/>
          <a:lstStyle/>
          <a:p>
            <a:endParaRPr>
              <a:latin typeface="Segoe UI" panose="020B0502040204020203" pitchFamily="34" charset="0"/>
              <a:cs typeface="Segoe UI" panose="020B0502040204020203" pitchFamily="34" charset="0"/>
            </a:endParaRPr>
          </a:p>
        </p:txBody>
      </p:sp>
      <p:sp>
        <p:nvSpPr>
          <p:cNvPr id="65" name="object 65"/>
          <p:cNvSpPr/>
          <p:nvPr/>
        </p:nvSpPr>
        <p:spPr>
          <a:xfrm>
            <a:off x="1685196" y="2802748"/>
            <a:ext cx="154305" cy="177800"/>
          </a:xfrm>
          <a:custGeom>
            <a:avLst/>
            <a:gdLst/>
            <a:ahLst/>
            <a:cxnLst/>
            <a:rect l="l" t="t" r="r" b="b"/>
            <a:pathLst>
              <a:path w="154305" h="177800">
                <a:moveTo>
                  <a:pt x="0" y="177389"/>
                </a:moveTo>
                <a:lnTo>
                  <a:pt x="0" y="0"/>
                </a:lnTo>
                <a:lnTo>
                  <a:pt x="153737" y="88694"/>
                </a:lnTo>
                <a:lnTo>
                  <a:pt x="0" y="177389"/>
                </a:lnTo>
                <a:close/>
              </a:path>
            </a:pathLst>
          </a:custGeom>
          <a:solidFill>
            <a:srgbClr val="FFCB3C"/>
          </a:solidFill>
        </p:spPr>
        <p:txBody>
          <a:bodyPr wrap="square" lIns="0" tIns="0" rIns="0" bIns="0" rtlCol="0"/>
          <a:lstStyle/>
          <a:p>
            <a:endParaRPr>
              <a:latin typeface="Segoe UI" panose="020B0502040204020203" pitchFamily="34" charset="0"/>
              <a:cs typeface="Segoe UI" panose="020B0502040204020203" pitchFamily="34" charset="0"/>
            </a:endParaRPr>
          </a:p>
        </p:txBody>
      </p:sp>
      <p:sp>
        <p:nvSpPr>
          <p:cNvPr id="66" name="object 66"/>
          <p:cNvSpPr/>
          <p:nvPr/>
        </p:nvSpPr>
        <p:spPr>
          <a:xfrm>
            <a:off x="1685196" y="3512304"/>
            <a:ext cx="154305" cy="177800"/>
          </a:xfrm>
          <a:custGeom>
            <a:avLst/>
            <a:gdLst/>
            <a:ahLst/>
            <a:cxnLst/>
            <a:rect l="l" t="t" r="r" b="b"/>
            <a:pathLst>
              <a:path w="154305" h="177800">
                <a:moveTo>
                  <a:pt x="0" y="177389"/>
                </a:moveTo>
                <a:lnTo>
                  <a:pt x="0" y="0"/>
                </a:lnTo>
                <a:lnTo>
                  <a:pt x="153737" y="88694"/>
                </a:lnTo>
                <a:lnTo>
                  <a:pt x="0" y="177389"/>
                </a:lnTo>
                <a:close/>
              </a:path>
            </a:pathLst>
          </a:custGeom>
          <a:solidFill>
            <a:srgbClr val="FFCB3C"/>
          </a:solidFill>
        </p:spPr>
        <p:txBody>
          <a:bodyPr wrap="square" lIns="0" tIns="0" rIns="0" bIns="0" rtlCol="0"/>
          <a:lstStyle/>
          <a:p>
            <a:endParaRPr>
              <a:latin typeface="Segoe UI" panose="020B0502040204020203" pitchFamily="34" charset="0"/>
              <a:cs typeface="Segoe UI" panose="020B0502040204020203" pitchFamily="34" charset="0"/>
            </a:endParaRPr>
          </a:p>
        </p:txBody>
      </p:sp>
      <p:sp>
        <p:nvSpPr>
          <p:cNvPr id="67" name="object 67"/>
          <p:cNvSpPr/>
          <p:nvPr/>
        </p:nvSpPr>
        <p:spPr>
          <a:xfrm>
            <a:off x="1685196" y="4233686"/>
            <a:ext cx="154305" cy="177800"/>
          </a:xfrm>
          <a:custGeom>
            <a:avLst/>
            <a:gdLst/>
            <a:ahLst/>
            <a:cxnLst/>
            <a:rect l="l" t="t" r="r" b="b"/>
            <a:pathLst>
              <a:path w="154305" h="177800">
                <a:moveTo>
                  <a:pt x="0" y="177389"/>
                </a:moveTo>
                <a:lnTo>
                  <a:pt x="0" y="0"/>
                </a:lnTo>
                <a:lnTo>
                  <a:pt x="153737" y="88694"/>
                </a:lnTo>
                <a:lnTo>
                  <a:pt x="0" y="177389"/>
                </a:lnTo>
                <a:close/>
              </a:path>
            </a:pathLst>
          </a:custGeom>
          <a:solidFill>
            <a:srgbClr val="FFCB3C"/>
          </a:solidFill>
        </p:spPr>
        <p:txBody>
          <a:bodyPr wrap="square" lIns="0" tIns="0" rIns="0" bIns="0" rtlCol="0"/>
          <a:lstStyle/>
          <a:p>
            <a:endParaRPr>
              <a:latin typeface="Segoe UI" panose="020B0502040204020203" pitchFamily="34" charset="0"/>
              <a:cs typeface="Segoe UI" panose="020B0502040204020203" pitchFamily="34" charset="0"/>
            </a:endParaRPr>
          </a:p>
        </p:txBody>
      </p:sp>
      <p:sp>
        <p:nvSpPr>
          <p:cNvPr id="68" name="object 68"/>
          <p:cNvSpPr/>
          <p:nvPr/>
        </p:nvSpPr>
        <p:spPr>
          <a:xfrm>
            <a:off x="1685196" y="4943243"/>
            <a:ext cx="154305" cy="177800"/>
          </a:xfrm>
          <a:custGeom>
            <a:avLst/>
            <a:gdLst/>
            <a:ahLst/>
            <a:cxnLst/>
            <a:rect l="l" t="t" r="r" b="b"/>
            <a:pathLst>
              <a:path w="154305" h="177800">
                <a:moveTo>
                  <a:pt x="0" y="177389"/>
                </a:moveTo>
                <a:lnTo>
                  <a:pt x="0" y="0"/>
                </a:lnTo>
                <a:lnTo>
                  <a:pt x="153737" y="88694"/>
                </a:lnTo>
                <a:lnTo>
                  <a:pt x="0" y="177389"/>
                </a:lnTo>
                <a:close/>
              </a:path>
            </a:pathLst>
          </a:custGeom>
          <a:solidFill>
            <a:srgbClr val="FFCB3C"/>
          </a:solidFill>
        </p:spPr>
        <p:txBody>
          <a:bodyPr wrap="square" lIns="0" tIns="0" rIns="0" bIns="0" rtlCol="0"/>
          <a:lstStyle/>
          <a:p>
            <a:endParaRPr>
              <a:latin typeface="Segoe UI" panose="020B0502040204020203" pitchFamily="34" charset="0"/>
              <a:cs typeface="Segoe UI" panose="020B0502040204020203" pitchFamily="34" charset="0"/>
            </a:endParaRPr>
          </a:p>
        </p:txBody>
      </p:sp>
      <p:sp>
        <p:nvSpPr>
          <p:cNvPr id="69" name="object 69"/>
          <p:cNvSpPr/>
          <p:nvPr/>
        </p:nvSpPr>
        <p:spPr>
          <a:xfrm>
            <a:off x="1685196" y="5652799"/>
            <a:ext cx="154305" cy="177800"/>
          </a:xfrm>
          <a:custGeom>
            <a:avLst/>
            <a:gdLst/>
            <a:ahLst/>
            <a:cxnLst/>
            <a:rect l="l" t="t" r="r" b="b"/>
            <a:pathLst>
              <a:path w="154305" h="177800">
                <a:moveTo>
                  <a:pt x="0" y="177389"/>
                </a:moveTo>
                <a:lnTo>
                  <a:pt x="0" y="0"/>
                </a:lnTo>
                <a:lnTo>
                  <a:pt x="153737" y="88694"/>
                </a:lnTo>
                <a:lnTo>
                  <a:pt x="0" y="177389"/>
                </a:lnTo>
                <a:close/>
              </a:path>
            </a:pathLst>
          </a:custGeom>
          <a:solidFill>
            <a:srgbClr val="FFCB3C"/>
          </a:solidFill>
        </p:spPr>
        <p:txBody>
          <a:bodyPr wrap="square" lIns="0" tIns="0" rIns="0" bIns="0" rtlCol="0"/>
          <a:lstStyle/>
          <a:p>
            <a:endParaRPr>
              <a:latin typeface="Segoe UI" panose="020B0502040204020203" pitchFamily="34" charset="0"/>
              <a:cs typeface="Segoe UI" panose="020B0502040204020203" pitchFamily="34" charset="0"/>
            </a:endParaRPr>
          </a:p>
        </p:txBody>
      </p:sp>
      <p:sp>
        <p:nvSpPr>
          <p:cNvPr id="70" name="object 70"/>
          <p:cNvSpPr/>
          <p:nvPr/>
        </p:nvSpPr>
        <p:spPr>
          <a:xfrm>
            <a:off x="1685196" y="6362356"/>
            <a:ext cx="154305" cy="177800"/>
          </a:xfrm>
          <a:custGeom>
            <a:avLst/>
            <a:gdLst/>
            <a:ahLst/>
            <a:cxnLst/>
            <a:rect l="l" t="t" r="r" b="b"/>
            <a:pathLst>
              <a:path w="154305" h="177800">
                <a:moveTo>
                  <a:pt x="0" y="177389"/>
                </a:moveTo>
                <a:lnTo>
                  <a:pt x="0" y="0"/>
                </a:lnTo>
                <a:lnTo>
                  <a:pt x="153737" y="88694"/>
                </a:lnTo>
                <a:lnTo>
                  <a:pt x="0" y="177389"/>
                </a:lnTo>
                <a:close/>
              </a:path>
            </a:pathLst>
          </a:custGeom>
          <a:solidFill>
            <a:srgbClr val="FFCB3C"/>
          </a:solidFill>
        </p:spPr>
        <p:txBody>
          <a:bodyPr wrap="square" lIns="0" tIns="0" rIns="0" bIns="0" rtlCol="0"/>
          <a:lstStyle/>
          <a:p>
            <a:endParaRPr>
              <a:latin typeface="Segoe UI" panose="020B0502040204020203" pitchFamily="34" charset="0"/>
              <a:cs typeface="Segoe UI" panose="020B0502040204020203" pitchFamily="34" charset="0"/>
            </a:endParaRPr>
          </a:p>
        </p:txBody>
      </p:sp>
      <p:sp>
        <p:nvSpPr>
          <p:cNvPr id="72" name="object 72"/>
          <p:cNvSpPr/>
          <p:nvPr/>
        </p:nvSpPr>
        <p:spPr>
          <a:xfrm>
            <a:off x="1685196" y="7083738"/>
            <a:ext cx="154305" cy="177800"/>
          </a:xfrm>
          <a:custGeom>
            <a:avLst/>
            <a:gdLst/>
            <a:ahLst/>
            <a:cxnLst/>
            <a:rect l="l" t="t" r="r" b="b"/>
            <a:pathLst>
              <a:path w="154305" h="177800">
                <a:moveTo>
                  <a:pt x="0" y="177389"/>
                </a:moveTo>
                <a:lnTo>
                  <a:pt x="0" y="0"/>
                </a:lnTo>
                <a:lnTo>
                  <a:pt x="153737" y="88694"/>
                </a:lnTo>
                <a:lnTo>
                  <a:pt x="0" y="177389"/>
                </a:lnTo>
                <a:close/>
              </a:path>
            </a:pathLst>
          </a:custGeom>
          <a:solidFill>
            <a:srgbClr val="FFCB3C"/>
          </a:solidFill>
        </p:spPr>
        <p:txBody>
          <a:bodyPr wrap="square" lIns="0" tIns="0" rIns="0" bIns="0" rtlCol="0"/>
          <a:lstStyle/>
          <a:p>
            <a:endParaRPr>
              <a:latin typeface="Segoe UI" panose="020B0502040204020203" pitchFamily="34" charset="0"/>
              <a:cs typeface="Segoe UI" panose="020B0502040204020203" pitchFamily="34" charset="0"/>
            </a:endParaRPr>
          </a:p>
        </p:txBody>
      </p:sp>
      <p:pic>
        <p:nvPicPr>
          <p:cNvPr id="78" name="object 78"/>
          <p:cNvPicPr/>
          <p:nvPr/>
        </p:nvPicPr>
        <p:blipFill>
          <a:blip r:embed="rId2" cstate="print">
            <a:alphaModFix amt="14000"/>
          </a:blip>
          <a:stretch>
            <a:fillRect/>
          </a:stretch>
        </p:blipFill>
        <p:spPr>
          <a:xfrm>
            <a:off x="16248843" y="4387424"/>
            <a:ext cx="3855256" cy="8384591"/>
          </a:xfrm>
          <a:prstGeom prst="rect">
            <a:avLst/>
          </a:prstGeom>
        </p:spPr>
      </p:pic>
      <p:sp>
        <p:nvSpPr>
          <p:cNvPr id="79" name="object 79"/>
          <p:cNvSpPr/>
          <p:nvPr/>
        </p:nvSpPr>
        <p:spPr>
          <a:xfrm>
            <a:off x="1667457" y="1838933"/>
            <a:ext cx="3784600" cy="154305"/>
          </a:xfrm>
          <a:custGeom>
            <a:avLst/>
            <a:gdLst/>
            <a:ahLst/>
            <a:cxnLst/>
            <a:rect l="l" t="t" r="r" b="b"/>
            <a:pathLst>
              <a:path w="3784600" h="154305">
                <a:moveTo>
                  <a:pt x="0" y="0"/>
                </a:moveTo>
                <a:lnTo>
                  <a:pt x="3784301" y="0"/>
                </a:lnTo>
                <a:lnTo>
                  <a:pt x="3784301" y="153737"/>
                </a:lnTo>
                <a:lnTo>
                  <a:pt x="0" y="153737"/>
                </a:lnTo>
                <a:lnTo>
                  <a:pt x="0" y="0"/>
                </a:lnTo>
                <a:close/>
              </a:path>
            </a:pathLst>
          </a:custGeom>
          <a:solidFill>
            <a:srgbClr val="FFCC1B"/>
          </a:solidFill>
        </p:spPr>
        <p:txBody>
          <a:bodyPr wrap="square" lIns="0" tIns="0" rIns="0" bIns="0" rtlCol="0"/>
          <a:lstStyle/>
          <a:p>
            <a:endParaRPr>
              <a:latin typeface="Segoe UI" panose="020B0502040204020203" pitchFamily="34" charset="0"/>
              <a:cs typeface="Segoe UI" panose="020B0502040204020203" pitchFamily="34" charset="0"/>
            </a:endParaRPr>
          </a:p>
        </p:txBody>
      </p:sp>
      <p:pic>
        <p:nvPicPr>
          <p:cNvPr id="80" name="Picture 79">
            <a:extLst>
              <a:ext uri="{FF2B5EF4-FFF2-40B4-BE49-F238E27FC236}">
                <a16:creationId xmlns:a16="http://schemas.microsoft.com/office/drawing/2014/main" id="{5F262C9D-D5FC-2981-76C4-B13D78FFBB1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991629" y="303787"/>
            <a:ext cx="2694313" cy="978913"/>
          </a:xfrm>
          <a:prstGeom prst="rect">
            <a:avLst/>
          </a:prstGeom>
        </p:spPr>
      </p:pic>
      <p:sp>
        <p:nvSpPr>
          <p:cNvPr id="14" name="object 32">
            <a:extLst>
              <a:ext uri="{FF2B5EF4-FFF2-40B4-BE49-F238E27FC236}">
                <a16:creationId xmlns:a16="http://schemas.microsoft.com/office/drawing/2014/main" id="{AEAE19C7-DCF6-A37E-344F-A598A154F7CD}"/>
              </a:ext>
            </a:extLst>
          </p:cNvPr>
          <p:cNvSpPr txBox="1"/>
          <p:nvPr/>
        </p:nvSpPr>
        <p:spPr>
          <a:xfrm>
            <a:off x="2212975" y="4787900"/>
            <a:ext cx="4486275" cy="422909"/>
          </a:xfrm>
          <a:prstGeom prst="rect">
            <a:avLst/>
          </a:prstGeom>
        </p:spPr>
        <p:txBody>
          <a:bodyPr vert="horz" wrap="square" lIns="0" tIns="13335" rIns="0" bIns="0" rtlCol="0">
            <a:spAutoFit/>
          </a:bodyPr>
          <a:lstStyle/>
          <a:p>
            <a:pPr marL="12700">
              <a:lnSpc>
                <a:spcPct val="100000"/>
              </a:lnSpc>
              <a:spcBef>
                <a:spcPts val="105"/>
              </a:spcBef>
            </a:pPr>
            <a:r>
              <a:rPr lang="en-IN" sz="2600" dirty="0">
                <a:solidFill>
                  <a:srgbClr val="2A2E33"/>
                </a:solidFill>
                <a:latin typeface="Segoe UI" panose="020B0502040204020203" pitchFamily="34" charset="0"/>
                <a:cs typeface="Segoe UI" panose="020B0502040204020203" pitchFamily="34" charset="0"/>
              </a:rPr>
              <a:t>Campaign Analysis</a:t>
            </a:r>
            <a:endParaRPr lang="en-IN" sz="2600" dirty="0">
              <a:latin typeface="Segoe UI" panose="020B0502040204020203" pitchFamily="34" charset="0"/>
              <a:cs typeface="Segoe UI" panose="020B0502040204020203" pitchFamily="34" charset="0"/>
            </a:endParaRPr>
          </a:p>
        </p:txBody>
      </p:sp>
      <p:sp>
        <p:nvSpPr>
          <p:cNvPr id="16" name="object 50">
            <a:extLst>
              <a:ext uri="{FF2B5EF4-FFF2-40B4-BE49-F238E27FC236}">
                <a16:creationId xmlns:a16="http://schemas.microsoft.com/office/drawing/2014/main" id="{09E5CC0B-9F52-B7A9-EC2F-D5CB21D3AF8C}"/>
              </a:ext>
            </a:extLst>
          </p:cNvPr>
          <p:cNvSpPr txBox="1"/>
          <p:nvPr/>
        </p:nvSpPr>
        <p:spPr>
          <a:xfrm>
            <a:off x="11272520" y="4773930"/>
            <a:ext cx="379730" cy="394970"/>
          </a:xfrm>
          <a:prstGeom prst="rect">
            <a:avLst/>
          </a:prstGeom>
        </p:spPr>
        <p:txBody>
          <a:bodyPr vert="horz" wrap="square" lIns="0" tIns="15240" rIns="0" bIns="0" rtlCol="0">
            <a:spAutoFit/>
          </a:bodyPr>
          <a:lstStyle/>
          <a:p>
            <a:pPr marL="12700">
              <a:lnSpc>
                <a:spcPct val="100000"/>
              </a:lnSpc>
              <a:spcBef>
                <a:spcPts val="120"/>
              </a:spcBef>
            </a:pPr>
            <a:r>
              <a:rPr lang="en-IN" sz="2400" b="1" spc="-25" dirty="0">
                <a:solidFill>
                  <a:srgbClr val="FF3426"/>
                </a:solidFill>
                <a:latin typeface="Segoe UI" panose="020B0502040204020203" pitchFamily="34" charset="0"/>
                <a:cs typeface="Segoe UI" panose="020B0502040204020203" pitchFamily="34" charset="0"/>
              </a:rPr>
              <a:t>06</a:t>
            </a:r>
            <a:endParaRPr sz="2400" dirty="0">
              <a:latin typeface="Segoe UI" panose="020B0502040204020203" pitchFamily="34" charset="0"/>
              <a:cs typeface="Segoe UI" panose="020B0502040204020203" pitchFamily="34" charset="0"/>
            </a:endParaRPr>
          </a:p>
        </p:txBody>
      </p:sp>
      <p:sp>
        <p:nvSpPr>
          <p:cNvPr id="18" name="object 39">
            <a:extLst>
              <a:ext uri="{FF2B5EF4-FFF2-40B4-BE49-F238E27FC236}">
                <a16:creationId xmlns:a16="http://schemas.microsoft.com/office/drawing/2014/main" id="{3D23DD72-7B04-6908-06AC-BDB129C57C44}"/>
              </a:ext>
            </a:extLst>
          </p:cNvPr>
          <p:cNvSpPr txBox="1"/>
          <p:nvPr/>
        </p:nvSpPr>
        <p:spPr>
          <a:xfrm>
            <a:off x="2203450" y="7683500"/>
            <a:ext cx="6117590" cy="422909"/>
          </a:xfrm>
          <a:prstGeom prst="rect">
            <a:avLst/>
          </a:prstGeom>
        </p:spPr>
        <p:txBody>
          <a:bodyPr vert="horz" wrap="square" lIns="0" tIns="13335" rIns="0" bIns="0" rtlCol="0">
            <a:spAutoFit/>
          </a:bodyPr>
          <a:lstStyle/>
          <a:p>
            <a:pPr marL="12700">
              <a:lnSpc>
                <a:spcPct val="100000"/>
              </a:lnSpc>
              <a:spcBef>
                <a:spcPts val="105"/>
              </a:spcBef>
            </a:pPr>
            <a:r>
              <a:rPr lang="en-US" sz="2600" dirty="0">
                <a:solidFill>
                  <a:srgbClr val="2A2E33"/>
                </a:solidFill>
                <a:latin typeface="Segoe UI" panose="020B0502040204020203" pitchFamily="34" charset="0"/>
                <a:cs typeface="Segoe UI" panose="020B0502040204020203" pitchFamily="34" charset="0"/>
              </a:rPr>
              <a:t>Duplicate Keyword Analysis</a:t>
            </a:r>
            <a:endParaRPr sz="2600" dirty="0">
              <a:latin typeface="Segoe UI" panose="020B0502040204020203" pitchFamily="34" charset="0"/>
              <a:cs typeface="Segoe UI" panose="020B0502040204020203" pitchFamily="34" charset="0"/>
            </a:endParaRPr>
          </a:p>
        </p:txBody>
      </p:sp>
      <p:sp>
        <p:nvSpPr>
          <p:cNvPr id="19" name="object 72">
            <a:extLst>
              <a:ext uri="{FF2B5EF4-FFF2-40B4-BE49-F238E27FC236}">
                <a16:creationId xmlns:a16="http://schemas.microsoft.com/office/drawing/2014/main" id="{4D28A5AD-FECF-2AD9-097A-E0F5FC8116AF}"/>
              </a:ext>
            </a:extLst>
          </p:cNvPr>
          <p:cNvSpPr/>
          <p:nvPr/>
        </p:nvSpPr>
        <p:spPr>
          <a:xfrm>
            <a:off x="1705804" y="7894019"/>
            <a:ext cx="154305" cy="177800"/>
          </a:xfrm>
          <a:custGeom>
            <a:avLst/>
            <a:gdLst/>
            <a:ahLst/>
            <a:cxnLst/>
            <a:rect l="l" t="t" r="r" b="b"/>
            <a:pathLst>
              <a:path w="154305" h="177800">
                <a:moveTo>
                  <a:pt x="0" y="177389"/>
                </a:moveTo>
                <a:lnTo>
                  <a:pt x="0" y="0"/>
                </a:lnTo>
                <a:lnTo>
                  <a:pt x="153737" y="88694"/>
                </a:lnTo>
                <a:lnTo>
                  <a:pt x="0" y="177389"/>
                </a:lnTo>
                <a:close/>
              </a:path>
            </a:pathLst>
          </a:custGeom>
          <a:solidFill>
            <a:srgbClr val="FFCB3C"/>
          </a:solidFill>
        </p:spPr>
        <p:txBody>
          <a:bodyPr wrap="square" lIns="0" tIns="0" rIns="0" bIns="0" rtlCol="0"/>
          <a:lstStyle/>
          <a:p>
            <a:endParaRPr>
              <a:latin typeface="Segoe UI" panose="020B0502040204020203" pitchFamily="34" charset="0"/>
              <a:cs typeface="Segoe UI" panose="020B0502040204020203" pitchFamily="34" charset="0"/>
            </a:endParaRPr>
          </a:p>
        </p:txBody>
      </p:sp>
      <p:sp>
        <p:nvSpPr>
          <p:cNvPr id="21" name="object 52">
            <a:extLst>
              <a:ext uri="{FF2B5EF4-FFF2-40B4-BE49-F238E27FC236}">
                <a16:creationId xmlns:a16="http://schemas.microsoft.com/office/drawing/2014/main" id="{768F3F53-8716-4ABC-488D-FD84F4799D40}"/>
              </a:ext>
            </a:extLst>
          </p:cNvPr>
          <p:cNvSpPr txBox="1"/>
          <p:nvPr/>
        </p:nvSpPr>
        <p:spPr>
          <a:xfrm>
            <a:off x="11271250" y="7759700"/>
            <a:ext cx="379730" cy="394970"/>
          </a:xfrm>
          <a:prstGeom prst="rect">
            <a:avLst/>
          </a:prstGeom>
        </p:spPr>
        <p:txBody>
          <a:bodyPr vert="horz" wrap="square" lIns="0" tIns="15240" rIns="0" bIns="0" rtlCol="0">
            <a:spAutoFit/>
          </a:bodyPr>
          <a:lstStyle/>
          <a:p>
            <a:pPr marL="12700">
              <a:lnSpc>
                <a:spcPct val="100000"/>
              </a:lnSpc>
              <a:spcBef>
                <a:spcPts val="120"/>
              </a:spcBef>
            </a:pPr>
            <a:r>
              <a:rPr lang="en-IN" sz="2400" b="1" spc="-25" dirty="0">
                <a:solidFill>
                  <a:srgbClr val="FF3426"/>
                </a:solidFill>
                <a:latin typeface="Segoe UI" panose="020B0502040204020203" pitchFamily="34" charset="0"/>
                <a:cs typeface="Segoe UI" panose="020B0502040204020203" pitchFamily="34" charset="0"/>
              </a:rPr>
              <a:t>10</a:t>
            </a:r>
            <a:endParaRPr sz="2400" dirty="0">
              <a:latin typeface="Segoe UI" panose="020B0502040204020203" pitchFamily="34" charset="0"/>
              <a:cs typeface="Segoe UI" panose="020B0502040204020203" pitchFamily="34" charset="0"/>
            </a:endParaRPr>
          </a:p>
        </p:txBody>
      </p:sp>
      <p:pic>
        <p:nvPicPr>
          <p:cNvPr id="25" name="Picture 24" descr="A picture containing text&#10;&#10;Description automatically generated">
            <a:extLst>
              <a:ext uri="{FF2B5EF4-FFF2-40B4-BE49-F238E27FC236}">
                <a16:creationId xmlns:a16="http://schemas.microsoft.com/office/drawing/2014/main" id="{9A0E5AE4-4DFA-CFCF-4D52-DF08C5A111F0}"/>
              </a:ext>
            </a:extLst>
          </p:cNvPr>
          <p:cNvPicPr>
            <a:picLocks noChangeAspect="1"/>
          </p:cNvPicPr>
          <p:nvPr/>
        </p:nvPicPr>
        <p:blipFill>
          <a:blip r:embed="rId4">
            <a:alphaModFix amt="72000"/>
            <a:extLst>
              <a:ext uri="{28A0092B-C50C-407E-A947-70E740481C1C}">
                <a14:useLocalDpi xmlns:a14="http://schemas.microsoft.com/office/drawing/2010/main" val="0"/>
              </a:ext>
            </a:extLst>
          </a:blip>
          <a:stretch>
            <a:fillRect/>
          </a:stretch>
        </p:blipFill>
        <p:spPr>
          <a:xfrm>
            <a:off x="10684279" y="8859978"/>
            <a:ext cx="9419821" cy="3917377"/>
          </a:xfrm>
          <a:prstGeom prst="rect">
            <a:avLst/>
          </a:prstGeom>
        </p:spPr>
      </p:pic>
      <p:sp>
        <p:nvSpPr>
          <p:cNvPr id="3" name="Slide Number Placeholder 16">
            <a:extLst>
              <a:ext uri="{FF2B5EF4-FFF2-40B4-BE49-F238E27FC236}">
                <a16:creationId xmlns:a16="http://schemas.microsoft.com/office/drawing/2014/main" id="{D2CCA910-DD61-F93A-7C9F-98A8E7057EC6}"/>
              </a:ext>
            </a:extLst>
          </p:cNvPr>
          <p:cNvSpPr>
            <a:spLocks noGrp="1"/>
          </p:cNvSpPr>
          <p:nvPr>
            <p:ph type="sldNum" sz="quarter" idx="7"/>
          </p:nvPr>
        </p:nvSpPr>
        <p:spPr>
          <a:xfrm>
            <a:off x="19514078" y="12208440"/>
            <a:ext cx="361314" cy="284693"/>
          </a:xfrm>
        </p:spPr>
        <p:txBody>
          <a:bodyPr/>
          <a:lstStyle/>
          <a:p>
            <a:pPr marL="38100">
              <a:lnSpc>
                <a:spcPct val="100000"/>
              </a:lnSpc>
              <a:spcBef>
                <a:spcPts val="259"/>
              </a:spcBef>
            </a:pPr>
            <a:r>
              <a:rPr lang="en-IN" spc="-25" dirty="0">
                <a:latin typeface="Segoe UI" panose="020B0502040204020203" pitchFamily="34" charset="0"/>
                <a:cs typeface="Segoe UI" panose="020B0502040204020203" pitchFamily="34" charset="0"/>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2976447" y="8470748"/>
            <a:ext cx="7127875" cy="4301490"/>
            <a:chOff x="12976447" y="8470748"/>
            <a:chExt cx="7127875" cy="4301490"/>
          </a:xfrm>
        </p:grpSpPr>
        <p:sp>
          <p:nvSpPr>
            <p:cNvPr id="3" name="object 3"/>
            <p:cNvSpPr/>
            <p:nvPr/>
          </p:nvSpPr>
          <p:spPr>
            <a:xfrm>
              <a:off x="13384494" y="11332864"/>
              <a:ext cx="753110" cy="1439545"/>
            </a:xfrm>
            <a:custGeom>
              <a:avLst/>
              <a:gdLst/>
              <a:ahLst/>
              <a:cxnLst/>
              <a:rect l="l" t="t" r="r" b="b"/>
              <a:pathLst>
                <a:path w="753109" h="1439545">
                  <a:moveTo>
                    <a:pt x="0" y="0"/>
                  </a:moveTo>
                  <a:lnTo>
                    <a:pt x="752691" y="0"/>
                  </a:lnTo>
                  <a:lnTo>
                    <a:pt x="752691" y="1439152"/>
                  </a:lnTo>
                  <a:lnTo>
                    <a:pt x="0" y="1439152"/>
                  </a:lnTo>
                  <a:lnTo>
                    <a:pt x="0" y="0"/>
                  </a:lnTo>
                  <a:close/>
                </a:path>
              </a:pathLst>
            </a:custGeom>
            <a:solidFill>
              <a:srgbClr val="F1B95E">
                <a:alpha val="12159"/>
              </a:srgbClr>
            </a:solidFill>
          </p:spPr>
          <p:txBody>
            <a:bodyPr wrap="square" lIns="0" tIns="0" rIns="0" bIns="0" rtlCol="0"/>
            <a:lstStyle/>
            <a:p>
              <a:endParaRPr>
                <a:latin typeface="Segoe UI" panose="020B0502040204020203" pitchFamily="34" charset="0"/>
                <a:cs typeface="Segoe UI" panose="020B0502040204020203" pitchFamily="34" charset="0"/>
              </a:endParaRPr>
            </a:p>
          </p:txBody>
        </p:sp>
        <p:sp>
          <p:nvSpPr>
            <p:cNvPr id="4" name="object 4"/>
            <p:cNvSpPr/>
            <p:nvPr/>
          </p:nvSpPr>
          <p:spPr>
            <a:xfrm>
              <a:off x="14137185" y="9883587"/>
              <a:ext cx="753110" cy="2888615"/>
            </a:xfrm>
            <a:custGeom>
              <a:avLst/>
              <a:gdLst/>
              <a:ahLst/>
              <a:cxnLst/>
              <a:rect l="l" t="t" r="r" b="b"/>
              <a:pathLst>
                <a:path w="753109" h="2888615">
                  <a:moveTo>
                    <a:pt x="0" y="0"/>
                  </a:moveTo>
                  <a:lnTo>
                    <a:pt x="752529" y="0"/>
                  </a:lnTo>
                  <a:lnTo>
                    <a:pt x="752529" y="2888428"/>
                  </a:lnTo>
                  <a:lnTo>
                    <a:pt x="0" y="2888428"/>
                  </a:lnTo>
                  <a:lnTo>
                    <a:pt x="0" y="0"/>
                  </a:lnTo>
                  <a:close/>
                </a:path>
              </a:pathLst>
            </a:custGeom>
            <a:solidFill>
              <a:srgbClr val="D11D46">
                <a:alpha val="12159"/>
              </a:srgbClr>
            </a:solidFill>
          </p:spPr>
          <p:txBody>
            <a:bodyPr wrap="square" lIns="0" tIns="0" rIns="0" bIns="0" rtlCol="0"/>
            <a:lstStyle/>
            <a:p>
              <a:endParaRPr>
                <a:latin typeface="Segoe UI" panose="020B0502040204020203" pitchFamily="34" charset="0"/>
                <a:cs typeface="Segoe UI" panose="020B0502040204020203" pitchFamily="34" charset="0"/>
              </a:endParaRPr>
            </a:p>
          </p:txBody>
        </p:sp>
        <p:sp>
          <p:nvSpPr>
            <p:cNvPr id="5" name="object 5"/>
            <p:cNvSpPr/>
            <p:nvPr/>
          </p:nvSpPr>
          <p:spPr>
            <a:xfrm>
              <a:off x="14889703" y="9393527"/>
              <a:ext cx="753110" cy="3378835"/>
            </a:xfrm>
            <a:custGeom>
              <a:avLst/>
              <a:gdLst/>
              <a:ahLst/>
              <a:cxnLst/>
              <a:rect l="l" t="t" r="r" b="b"/>
              <a:pathLst>
                <a:path w="753109" h="3378834">
                  <a:moveTo>
                    <a:pt x="0" y="0"/>
                  </a:moveTo>
                  <a:lnTo>
                    <a:pt x="752545" y="0"/>
                  </a:lnTo>
                  <a:lnTo>
                    <a:pt x="752545" y="3378489"/>
                  </a:lnTo>
                  <a:lnTo>
                    <a:pt x="0" y="3378489"/>
                  </a:lnTo>
                  <a:lnTo>
                    <a:pt x="0" y="0"/>
                  </a:lnTo>
                  <a:close/>
                </a:path>
              </a:pathLst>
            </a:custGeom>
            <a:solidFill>
              <a:srgbClr val="4B183B">
                <a:alpha val="12159"/>
              </a:srgbClr>
            </a:solidFill>
          </p:spPr>
          <p:txBody>
            <a:bodyPr wrap="square" lIns="0" tIns="0" rIns="0" bIns="0" rtlCol="0"/>
            <a:lstStyle/>
            <a:p>
              <a:endParaRPr>
                <a:latin typeface="Segoe UI" panose="020B0502040204020203" pitchFamily="34" charset="0"/>
                <a:cs typeface="Segoe UI" panose="020B0502040204020203" pitchFamily="34" charset="0"/>
              </a:endParaRPr>
            </a:p>
          </p:txBody>
        </p:sp>
        <p:sp>
          <p:nvSpPr>
            <p:cNvPr id="6" name="object 6"/>
            <p:cNvSpPr/>
            <p:nvPr/>
          </p:nvSpPr>
          <p:spPr>
            <a:xfrm>
              <a:off x="15642255" y="10600785"/>
              <a:ext cx="753110" cy="2171700"/>
            </a:xfrm>
            <a:custGeom>
              <a:avLst/>
              <a:gdLst/>
              <a:ahLst/>
              <a:cxnLst/>
              <a:rect l="l" t="t" r="r" b="b"/>
              <a:pathLst>
                <a:path w="753109" h="2171700">
                  <a:moveTo>
                    <a:pt x="0" y="0"/>
                  </a:moveTo>
                  <a:lnTo>
                    <a:pt x="752529" y="0"/>
                  </a:lnTo>
                  <a:lnTo>
                    <a:pt x="752529" y="2171230"/>
                  </a:lnTo>
                  <a:lnTo>
                    <a:pt x="0" y="2171230"/>
                  </a:lnTo>
                  <a:lnTo>
                    <a:pt x="0" y="0"/>
                  </a:lnTo>
                  <a:close/>
                </a:path>
              </a:pathLst>
            </a:custGeom>
            <a:solidFill>
              <a:srgbClr val="E74E24">
                <a:alpha val="12159"/>
              </a:srgbClr>
            </a:solidFill>
          </p:spPr>
          <p:txBody>
            <a:bodyPr wrap="square" lIns="0" tIns="0" rIns="0" bIns="0" rtlCol="0"/>
            <a:lstStyle/>
            <a:p>
              <a:endParaRPr>
                <a:latin typeface="Segoe UI" panose="020B0502040204020203" pitchFamily="34" charset="0"/>
                <a:cs typeface="Segoe UI" panose="020B0502040204020203" pitchFamily="34" charset="0"/>
              </a:endParaRPr>
            </a:p>
          </p:txBody>
        </p:sp>
        <p:sp>
          <p:nvSpPr>
            <p:cNvPr id="7" name="object 7"/>
            <p:cNvSpPr/>
            <p:nvPr/>
          </p:nvSpPr>
          <p:spPr>
            <a:xfrm>
              <a:off x="16394784" y="11332864"/>
              <a:ext cx="753110" cy="1439545"/>
            </a:xfrm>
            <a:custGeom>
              <a:avLst/>
              <a:gdLst/>
              <a:ahLst/>
              <a:cxnLst/>
              <a:rect l="l" t="t" r="r" b="b"/>
              <a:pathLst>
                <a:path w="753109" h="1439545">
                  <a:moveTo>
                    <a:pt x="0" y="0"/>
                  </a:moveTo>
                  <a:lnTo>
                    <a:pt x="752691" y="0"/>
                  </a:lnTo>
                  <a:lnTo>
                    <a:pt x="752691" y="1439152"/>
                  </a:lnTo>
                  <a:lnTo>
                    <a:pt x="0" y="1439152"/>
                  </a:lnTo>
                  <a:lnTo>
                    <a:pt x="0" y="0"/>
                  </a:lnTo>
                  <a:close/>
                </a:path>
              </a:pathLst>
            </a:custGeom>
            <a:solidFill>
              <a:srgbClr val="F1B95E">
                <a:alpha val="12159"/>
              </a:srgbClr>
            </a:solidFill>
          </p:spPr>
          <p:txBody>
            <a:bodyPr wrap="square" lIns="0" tIns="0" rIns="0" bIns="0" rtlCol="0"/>
            <a:lstStyle/>
            <a:p>
              <a:endParaRPr>
                <a:latin typeface="Segoe UI" panose="020B0502040204020203" pitchFamily="34" charset="0"/>
                <a:cs typeface="Segoe UI" panose="020B0502040204020203" pitchFamily="34" charset="0"/>
              </a:endParaRPr>
            </a:p>
          </p:txBody>
        </p:sp>
        <p:sp>
          <p:nvSpPr>
            <p:cNvPr id="8" name="object 8"/>
            <p:cNvSpPr/>
            <p:nvPr/>
          </p:nvSpPr>
          <p:spPr>
            <a:xfrm>
              <a:off x="17147476" y="10259536"/>
              <a:ext cx="753110" cy="2512695"/>
            </a:xfrm>
            <a:custGeom>
              <a:avLst/>
              <a:gdLst/>
              <a:ahLst/>
              <a:cxnLst/>
              <a:rect l="l" t="t" r="r" b="b"/>
              <a:pathLst>
                <a:path w="753109" h="2512695">
                  <a:moveTo>
                    <a:pt x="0" y="0"/>
                  </a:moveTo>
                  <a:lnTo>
                    <a:pt x="752529" y="0"/>
                  </a:lnTo>
                  <a:lnTo>
                    <a:pt x="752529" y="2512479"/>
                  </a:lnTo>
                  <a:lnTo>
                    <a:pt x="0" y="2512479"/>
                  </a:lnTo>
                  <a:lnTo>
                    <a:pt x="0" y="0"/>
                  </a:lnTo>
                  <a:close/>
                </a:path>
              </a:pathLst>
            </a:custGeom>
            <a:solidFill>
              <a:srgbClr val="D11D46">
                <a:alpha val="12159"/>
              </a:srgbClr>
            </a:solidFill>
          </p:spPr>
          <p:txBody>
            <a:bodyPr wrap="square" lIns="0" tIns="0" rIns="0" bIns="0" rtlCol="0"/>
            <a:lstStyle/>
            <a:p>
              <a:endParaRPr>
                <a:latin typeface="Segoe UI" panose="020B0502040204020203" pitchFamily="34" charset="0"/>
                <a:cs typeface="Segoe UI" panose="020B0502040204020203" pitchFamily="34" charset="0"/>
              </a:endParaRPr>
            </a:p>
          </p:txBody>
        </p:sp>
        <p:sp>
          <p:nvSpPr>
            <p:cNvPr id="9" name="object 9"/>
            <p:cNvSpPr/>
            <p:nvPr/>
          </p:nvSpPr>
          <p:spPr>
            <a:xfrm>
              <a:off x="17900005" y="9968859"/>
              <a:ext cx="753110" cy="2803525"/>
            </a:xfrm>
            <a:custGeom>
              <a:avLst/>
              <a:gdLst/>
              <a:ahLst/>
              <a:cxnLst/>
              <a:rect l="l" t="t" r="r" b="b"/>
              <a:pathLst>
                <a:path w="753109" h="2803525">
                  <a:moveTo>
                    <a:pt x="0" y="0"/>
                  </a:moveTo>
                  <a:lnTo>
                    <a:pt x="752529" y="0"/>
                  </a:lnTo>
                  <a:lnTo>
                    <a:pt x="752529" y="2803156"/>
                  </a:lnTo>
                  <a:lnTo>
                    <a:pt x="0" y="2803156"/>
                  </a:lnTo>
                  <a:lnTo>
                    <a:pt x="0" y="0"/>
                  </a:lnTo>
                  <a:close/>
                </a:path>
              </a:pathLst>
            </a:custGeom>
            <a:solidFill>
              <a:srgbClr val="4B183B">
                <a:alpha val="12159"/>
              </a:srgbClr>
            </a:solidFill>
          </p:spPr>
          <p:txBody>
            <a:bodyPr wrap="square" lIns="0" tIns="0" rIns="0" bIns="0" rtlCol="0"/>
            <a:lstStyle/>
            <a:p>
              <a:endParaRPr>
                <a:latin typeface="Segoe UI" panose="020B0502040204020203" pitchFamily="34" charset="0"/>
                <a:cs typeface="Segoe UI" panose="020B0502040204020203" pitchFamily="34" charset="0"/>
              </a:endParaRPr>
            </a:p>
          </p:txBody>
        </p:sp>
        <p:sp>
          <p:nvSpPr>
            <p:cNvPr id="10" name="object 10"/>
            <p:cNvSpPr/>
            <p:nvPr/>
          </p:nvSpPr>
          <p:spPr>
            <a:xfrm>
              <a:off x="18652534" y="9393527"/>
              <a:ext cx="753110" cy="3378835"/>
            </a:xfrm>
            <a:custGeom>
              <a:avLst/>
              <a:gdLst/>
              <a:ahLst/>
              <a:cxnLst/>
              <a:rect l="l" t="t" r="r" b="b"/>
              <a:pathLst>
                <a:path w="753109" h="3378834">
                  <a:moveTo>
                    <a:pt x="0" y="0"/>
                  </a:moveTo>
                  <a:lnTo>
                    <a:pt x="752529" y="0"/>
                  </a:lnTo>
                  <a:lnTo>
                    <a:pt x="752529" y="3378489"/>
                  </a:lnTo>
                  <a:lnTo>
                    <a:pt x="0" y="3378489"/>
                  </a:lnTo>
                  <a:lnTo>
                    <a:pt x="0" y="0"/>
                  </a:lnTo>
                  <a:close/>
                </a:path>
              </a:pathLst>
            </a:custGeom>
            <a:solidFill>
              <a:srgbClr val="F1B95E">
                <a:alpha val="12159"/>
              </a:srgbClr>
            </a:solidFill>
          </p:spPr>
          <p:txBody>
            <a:bodyPr wrap="square" lIns="0" tIns="0" rIns="0" bIns="0" rtlCol="0"/>
            <a:lstStyle/>
            <a:p>
              <a:endParaRPr>
                <a:latin typeface="Segoe UI" panose="020B0502040204020203" pitchFamily="34" charset="0"/>
                <a:cs typeface="Segoe UI" panose="020B0502040204020203" pitchFamily="34" charset="0"/>
              </a:endParaRPr>
            </a:p>
          </p:txBody>
        </p:sp>
        <p:sp>
          <p:nvSpPr>
            <p:cNvPr id="11" name="object 11"/>
            <p:cNvSpPr/>
            <p:nvPr/>
          </p:nvSpPr>
          <p:spPr>
            <a:xfrm>
              <a:off x="19405064" y="10600785"/>
              <a:ext cx="699135" cy="2171700"/>
            </a:xfrm>
            <a:custGeom>
              <a:avLst/>
              <a:gdLst/>
              <a:ahLst/>
              <a:cxnLst/>
              <a:rect l="l" t="t" r="r" b="b"/>
              <a:pathLst>
                <a:path w="699134" h="2171700">
                  <a:moveTo>
                    <a:pt x="0" y="0"/>
                  </a:moveTo>
                  <a:lnTo>
                    <a:pt x="699035" y="0"/>
                  </a:lnTo>
                  <a:lnTo>
                    <a:pt x="699035" y="2171230"/>
                  </a:lnTo>
                  <a:lnTo>
                    <a:pt x="0" y="2171230"/>
                  </a:lnTo>
                  <a:lnTo>
                    <a:pt x="0" y="0"/>
                  </a:lnTo>
                  <a:close/>
                </a:path>
              </a:pathLst>
            </a:custGeom>
            <a:solidFill>
              <a:srgbClr val="E74E24">
                <a:alpha val="12159"/>
              </a:srgbClr>
            </a:solidFill>
          </p:spPr>
          <p:txBody>
            <a:bodyPr wrap="square" lIns="0" tIns="0" rIns="0" bIns="0" rtlCol="0"/>
            <a:lstStyle/>
            <a:p>
              <a:endParaRPr>
                <a:latin typeface="Segoe UI" panose="020B0502040204020203" pitchFamily="34" charset="0"/>
                <a:cs typeface="Segoe UI" panose="020B0502040204020203" pitchFamily="34" charset="0"/>
              </a:endParaRPr>
            </a:p>
          </p:txBody>
        </p:sp>
        <p:pic>
          <p:nvPicPr>
            <p:cNvPr id="12" name="object 12"/>
            <p:cNvPicPr/>
            <p:nvPr/>
          </p:nvPicPr>
          <p:blipFill>
            <a:blip r:embed="rId3" cstate="print"/>
            <a:stretch>
              <a:fillRect/>
            </a:stretch>
          </p:blipFill>
          <p:spPr>
            <a:xfrm>
              <a:off x="13194020" y="8470748"/>
              <a:ext cx="6910080" cy="2015910"/>
            </a:xfrm>
            <a:prstGeom prst="rect">
              <a:avLst/>
            </a:prstGeom>
          </p:spPr>
        </p:pic>
        <p:sp>
          <p:nvSpPr>
            <p:cNvPr id="13" name="object 13"/>
            <p:cNvSpPr/>
            <p:nvPr/>
          </p:nvSpPr>
          <p:spPr>
            <a:xfrm>
              <a:off x="12976447" y="12756239"/>
              <a:ext cx="7127875" cy="15875"/>
            </a:xfrm>
            <a:custGeom>
              <a:avLst/>
              <a:gdLst/>
              <a:ahLst/>
              <a:cxnLst/>
              <a:rect l="l" t="t" r="r" b="b"/>
              <a:pathLst>
                <a:path w="7127875" h="15875">
                  <a:moveTo>
                    <a:pt x="7127653" y="15776"/>
                  </a:moveTo>
                  <a:lnTo>
                    <a:pt x="0" y="15776"/>
                  </a:lnTo>
                  <a:lnTo>
                    <a:pt x="5510" y="7547"/>
                  </a:lnTo>
                  <a:lnTo>
                    <a:pt x="13661" y="2023"/>
                  </a:lnTo>
                  <a:lnTo>
                    <a:pt x="23620" y="0"/>
                  </a:lnTo>
                  <a:lnTo>
                    <a:pt x="7127653" y="0"/>
                  </a:lnTo>
                  <a:lnTo>
                    <a:pt x="7127653" y="15776"/>
                  </a:lnTo>
                  <a:close/>
                </a:path>
              </a:pathLst>
            </a:custGeom>
            <a:solidFill>
              <a:srgbClr val="4B183B">
                <a:alpha val="12159"/>
              </a:srgbClr>
            </a:solidFill>
          </p:spPr>
          <p:txBody>
            <a:bodyPr wrap="square" lIns="0" tIns="0" rIns="0" bIns="0" rtlCol="0"/>
            <a:lstStyle/>
            <a:p>
              <a:endParaRPr>
                <a:latin typeface="Segoe UI" panose="020B0502040204020203" pitchFamily="34" charset="0"/>
                <a:cs typeface="Segoe UI" panose="020B0502040204020203" pitchFamily="34" charset="0"/>
              </a:endParaRPr>
            </a:p>
          </p:txBody>
        </p:sp>
      </p:grpSp>
      <p:sp>
        <p:nvSpPr>
          <p:cNvPr id="26" name="object 26"/>
          <p:cNvSpPr txBox="1">
            <a:spLocks noGrp="1"/>
          </p:cNvSpPr>
          <p:nvPr>
            <p:ph type="title"/>
          </p:nvPr>
        </p:nvSpPr>
        <p:spPr>
          <a:xfrm>
            <a:off x="1654757" y="779637"/>
            <a:ext cx="13669644" cy="630942"/>
          </a:xfrm>
          <a:prstGeom prst="rect">
            <a:avLst/>
          </a:prstGeom>
        </p:spPr>
        <p:txBody>
          <a:bodyPr vert="horz" wrap="square" lIns="0" tIns="15240" rIns="0" bIns="0" rtlCol="0">
            <a:spAutoFit/>
          </a:bodyPr>
          <a:lstStyle/>
          <a:p>
            <a:pPr marL="36195">
              <a:lnSpc>
                <a:spcPct val="100000"/>
              </a:lnSpc>
              <a:spcBef>
                <a:spcPts val="120"/>
              </a:spcBef>
            </a:pPr>
            <a:r>
              <a:rPr lang="en-US" sz="4000" spc="-10" dirty="0">
                <a:latin typeface="Segoe UI" panose="020B0502040204020203" pitchFamily="34" charset="0"/>
                <a:cs typeface="Segoe UI" panose="020B0502040204020203" pitchFamily="34" charset="0"/>
              </a:rPr>
              <a:t>Keyword Analysis – Sponsored Products</a:t>
            </a:r>
            <a:endParaRPr sz="4000" spc="-10" dirty="0">
              <a:latin typeface="Segoe UI" panose="020B0502040204020203" pitchFamily="34" charset="0"/>
              <a:cs typeface="Segoe UI" panose="020B0502040204020203" pitchFamily="34" charset="0"/>
            </a:endParaRPr>
          </a:p>
        </p:txBody>
      </p:sp>
      <p:pic>
        <p:nvPicPr>
          <p:cNvPr id="78" name="object 78"/>
          <p:cNvPicPr/>
          <p:nvPr/>
        </p:nvPicPr>
        <p:blipFill>
          <a:blip r:embed="rId4" cstate="print">
            <a:alphaModFix amt="35000"/>
          </a:blip>
          <a:stretch>
            <a:fillRect/>
          </a:stretch>
        </p:blipFill>
        <p:spPr>
          <a:xfrm>
            <a:off x="16248843" y="4387424"/>
            <a:ext cx="3855256" cy="8384591"/>
          </a:xfrm>
          <a:prstGeom prst="rect">
            <a:avLst/>
          </a:prstGeom>
        </p:spPr>
      </p:pic>
      <p:sp>
        <p:nvSpPr>
          <p:cNvPr id="79" name="object 79"/>
          <p:cNvSpPr/>
          <p:nvPr/>
        </p:nvSpPr>
        <p:spPr>
          <a:xfrm>
            <a:off x="1667457" y="1838933"/>
            <a:ext cx="3784600" cy="154305"/>
          </a:xfrm>
          <a:custGeom>
            <a:avLst/>
            <a:gdLst/>
            <a:ahLst/>
            <a:cxnLst/>
            <a:rect l="l" t="t" r="r" b="b"/>
            <a:pathLst>
              <a:path w="3784600" h="154305">
                <a:moveTo>
                  <a:pt x="0" y="0"/>
                </a:moveTo>
                <a:lnTo>
                  <a:pt x="3784301" y="0"/>
                </a:lnTo>
                <a:lnTo>
                  <a:pt x="3784301" y="153737"/>
                </a:lnTo>
                <a:lnTo>
                  <a:pt x="0" y="153737"/>
                </a:lnTo>
                <a:lnTo>
                  <a:pt x="0" y="0"/>
                </a:lnTo>
                <a:close/>
              </a:path>
            </a:pathLst>
          </a:custGeom>
          <a:solidFill>
            <a:srgbClr val="FFCC1B"/>
          </a:solidFill>
        </p:spPr>
        <p:txBody>
          <a:bodyPr wrap="square" lIns="0" tIns="0" rIns="0" bIns="0" rtlCol="0"/>
          <a:lstStyle/>
          <a:p>
            <a:endParaRPr>
              <a:latin typeface="Segoe UI" panose="020B0502040204020203" pitchFamily="34" charset="0"/>
              <a:cs typeface="Segoe UI" panose="020B0502040204020203" pitchFamily="34" charset="0"/>
            </a:endParaRPr>
          </a:p>
        </p:txBody>
      </p:sp>
      <p:pic>
        <p:nvPicPr>
          <p:cNvPr id="80" name="Picture 79">
            <a:extLst>
              <a:ext uri="{FF2B5EF4-FFF2-40B4-BE49-F238E27FC236}">
                <a16:creationId xmlns:a16="http://schemas.microsoft.com/office/drawing/2014/main" id="{5F262C9D-D5FC-2981-76C4-B13D78FFBB1B}"/>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6991629" y="303787"/>
            <a:ext cx="2694313" cy="978913"/>
          </a:xfrm>
          <a:prstGeom prst="rect">
            <a:avLst/>
          </a:prstGeom>
        </p:spPr>
      </p:pic>
      <p:sp>
        <p:nvSpPr>
          <p:cNvPr id="15" name="Сквиркл">
            <a:extLst>
              <a:ext uri="{FF2B5EF4-FFF2-40B4-BE49-F238E27FC236}">
                <a16:creationId xmlns:a16="http://schemas.microsoft.com/office/drawing/2014/main" id="{6C34BDFA-7D91-F56E-F395-3D87BBE6C67E}"/>
              </a:ext>
            </a:extLst>
          </p:cNvPr>
          <p:cNvSpPr/>
          <p:nvPr/>
        </p:nvSpPr>
        <p:spPr>
          <a:xfrm>
            <a:off x="5375859" y="3773289"/>
            <a:ext cx="4669307" cy="7272508"/>
          </a:xfrm>
          <a:prstGeom prst="roundRect">
            <a:avLst>
              <a:gd name="adj" fmla="val 1599"/>
            </a:avLst>
          </a:prstGeom>
          <a:solidFill>
            <a:srgbClr val="F26949"/>
          </a:solidFill>
          <a:ln w="12700">
            <a:miter lim="400000"/>
          </a:ln>
        </p:spPr>
        <p:txBody>
          <a:bodyPr lIns="0" tIns="0" rIns="0" bIns="0" anchor="ctr"/>
          <a:lstStyle/>
          <a:p>
            <a:pPr algn="ctr"/>
            <a:endParaRPr>
              <a:latin typeface="Segoe UI" panose="020B0502040204020203" pitchFamily="34" charset="0"/>
              <a:cs typeface="Segoe UI" panose="020B0502040204020203" pitchFamily="34" charset="0"/>
            </a:endParaRPr>
          </a:p>
        </p:txBody>
      </p:sp>
      <p:sp>
        <p:nvSpPr>
          <p:cNvPr id="24" name="Сквиркл">
            <a:extLst>
              <a:ext uri="{FF2B5EF4-FFF2-40B4-BE49-F238E27FC236}">
                <a16:creationId xmlns:a16="http://schemas.microsoft.com/office/drawing/2014/main" id="{07436110-5D7B-5402-7136-17AACC0143A8}"/>
              </a:ext>
            </a:extLst>
          </p:cNvPr>
          <p:cNvSpPr/>
          <p:nvPr/>
        </p:nvSpPr>
        <p:spPr>
          <a:xfrm>
            <a:off x="551075" y="3797300"/>
            <a:ext cx="4669307" cy="7272508"/>
          </a:xfrm>
          <a:prstGeom prst="roundRect">
            <a:avLst>
              <a:gd name="adj" fmla="val 1599"/>
            </a:avLst>
          </a:prstGeom>
          <a:solidFill>
            <a:srgbClr val="FED52D"/>
          </a:solidFill>
          <a:ln w="12700">
            <a:miter lim="400000"/>
          </a:ln>
        </p:spPr>
        <p:txBody>
          <a:bodyPr lIns="0" tIns="0" rIns="0" bIns="0" anchor="ctr"/>
          <a:lstStyle/>
          <a:p>
            <a:pPr algn="ctr"/>
            <a:endParaRPr dirty="0">
              <a:latin typeface="Segoe UI" panose="020B0502040204020203" pitchFamily="34" charset="0"/>
              <a:cs typeface="Segoe UI" panose="020B0502040204020203" pitchFamily="34" charset="0"/>
            </a:endParaRPr>
          </a:p>
        </p:txBody>
      </p:sp>
      <p:sp>
        <p:nvSpPr>
          <p:cNvPr id="28" name="Top Project Name">
            <a:extLst>
              <a:ext uri="{FF2B5EF4-FFF2-40B4-BE49-F238E27FC236}">
                <a16:creationId xmlns:a16="http://schemas.microsoft.com/office/drawing/2014/main" id="{FE5013B9-C9D1-755D-3C5C-BF56C850A1E2}"/>
              </a:ext>
            </a:extLst>
          </p:cNvPr>
          <p:cNvSpPr txBox="1"/>
          <p:nvPr/>
        </p:nvSpPr>
        <p:spPr>
          <a:xfrm>
            <a:off x="1765111" y="6712131"/>
            <a:ext cx="2773681" cy="53347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spAutoFit/>
          </a:bodyPr>
          <a:lstStyle>
            <a:lvl1pPr>
              <a:defRPr sz="2600" b="1">
                <a:solidFill>
                  <a:srgbClr val="151B3D"/>
                </a:solidFill>
                <a:latin typeface="OpenSans-Bold"/>
                <a:ea typeface="OpenSans-Bold"/>
                <a:cs typeface="OpenSans-Bold"/>
                <a:sym typeface="OpenSans-Bold"/>
              </a:defRPr>
            </a:lvl1pPr>
          </a:lstStyle>
          <a:p>
            <a:r>
              <a:rPr lang="en-US" sz="2800" dirty="0">
                <a:solidFill>
                  <a:schemeClr val="tx1">
                    <a:lumMod val="75000"/>
                    <a:lumOff val="25000"/>
                  </a:schemeClr>
                </a:solidFill>
                <a:latin typeface="Segoe UI" panose="020B0502040204020203" pitchFamily="34" charset="0"/>
                <a:cs typeface="Segoe UI" panose="020B0502040204020203" pitchFamily="34" charset="0"/>
              </a:rPr>
              <a:t>PROFITABLE</a:t>
            </a:r>
            <a:endParaRPr sz="2800" dirty="0">
              <a:solidFill>
                <a:schemeClr val="tx1">
                  <a:lumMod val="75000"/>
                  <a:lumOff val="25000"/>
                </a:schemeClr>
              </a:solidFill>
              <a:latin typeface="Segoe UI" panose="020B0502040204020203" pitchFamily="34" charset="0"/>
              <a:cs typeface="Segoe UI" panose="020B0502040204020203" pitchFamily="34" charset="0"/>
            </a:endParaRPr>
          </a:p>
        </p:txBody>
      </p:sp>
      <p:sp>
        <p:nvSpPr>
          <p:cNvPr id="30" name="Lorem ipsum dolor sit amet, consectetur adipiscing elit, sed do eiusmod tempor incididunt ut labore Duis aute irure dolor in reprehenderit in voluptate velit esse cillum dolore eu occaecat cupidatat non proident, sunt in culpa qui officia deserunt mollit consequ accusantium doloremque">
            <a:extLst>
              <a:ext uri="{FF2B5EF4-FFF2-40B4-BE49-F238E27FC236}">
                <a16:creationId xmlns:a16="http://schemas.microsoft.com/office/drawing/2014/main" id="{FA379566-D19C-A76C-DE46-93340F07E6C7}"/>
              </a:ext>
            </a:extLst>
          </p:cNvPr>
          <p:cNvSpPr txBox="1"/>
          <p:nvPr/>
        </p:nvSpPr>
        <p:spPr>
          <a:xfrm>
            <a:off x="1267323" y="7524171"/>
            <a:ext cx="3626207" cy="129644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a:spAutoFit/>
          </a:bodyPr>
          <a:lstStyle>
            <a:lvl1pPr>
              <a:defRPr sz="1800">
                <a:solidFill>
                  <a:srgbClr val="8D9097"/>
                </a:solidFill>
                <a:latin typeface="Open Sans"/>
                <a:ea typeface="Open Sans"/>
                <a:cs typeface="Open Sans"/>
                <a:sym typeface="Open Sans"/>
              </a:defRPr>
            </a:lvl1pPr>
          </a:lstStyle>
          <a:p>
            <a:pPr>
              <a:lnSpc>
                <a:spcPct val="150000"/>
              </a:lnSpc>
            </a:pPr>
            <a:r>
              <a:t>Number of keywords that are converting within your target ACoS value of 30%. </a:t>
            </a:r>
          </a:p>
        </p:txBody>
      </p:sp>
      <p:sp>
        <p:nvSpPr>
          <p:cNvPr id="31" name="73%">
            <a:extLst>
              <a:ext uri="{FF2B5EF4-FFF2-40B4-BE49-F238E27FC236}">
                <a16:creationId xmlns:a16="http://schemas.microsoft.com/office/drawing/2014/main" id="{135BBB5D-4FBB-4690-C8FE-D1C9650A6821}"/>
              </a:ext>
            </a:extLst>
          </p:cNvPr>
          <p:cNvSpPr txBox="1"/>
          <p:nvPr/>
        </p:nvSpPr>
        <p:spPr>
          <a:xfrm>
            <a:off x="1277003" y="5079822"/>
            <a:ext cx="3261789" cy="47192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a:spAutoFit/>
          </a:bodyPr>
          <a:lstStyle>
            <a:lvl1pPr>
              <a:defRPr sz="4000" b="1">
                <a:solidFill>
                  <a:srgbClr val="151B3D"/>
                </a:solidFill>
                <a:latin typeface="OpenSans-Bold"/>
                <a:ea typeface="OpenSans-Bold"/>
                <a:cs typeface="OpenSans-Bold"/>
                <a:sym typeface="OpenSans-Bold"/>
              </a:defRPr>
            </a:lvl1pPr>
          </a:lstStyle>
          <a:p>
            <a:r>
              <a:rPr sz="6000"/>
              <a:t>4</a:t>
            </a:r>
            <a:endParaRPr sz="2400" dirty="0">
              <a:solidFill>
                <a:schemeClr val="tx1">
                  <a:lumMod val="75000"/>
                  <a:lumOff val="25000"/>
                </a:schemeClr>
              </a:solidFill>
              <a:latin typeface="Segoe UI" panose="020B0502040204020203" pitchFamily="34" charset="0"/>
              <a:cs typeface="Segoe UI" panose="020B0502040204020203" pitchFamily="34" charset="0"/>
            </a:endParaRPr>
          </a:p>
        </p:txBody>
      </p:sp>
      <p:sp>
        <p:nvSpPr>
          <p:cNvPr id="36" name="Сквиркл">
            <a:extLst>
              <a:ext uri="{FF2B5EF4-FFF2-40B4-BE49-F238E27FC236}">
                <a16:creationId xmlns:a16="http://schemas.microsoft.com/office/drawing/2014/main" id="{3C95C18A-C68F-908D-D5AE-A17043FF4684}"/>
              </a:ext>
            </a:extLst>
          </p:cNvPr>
          <p:cNvSpPr/>
          <p:nvPr/>
        </p:nvSpPr>
        <p:spPr>
          <a:xfrm>
            <a:off x="14959643" y="3773289"/>
            <a:ext cx="4669307" cy="7272508"/>
          </a:xfrm>
          <a:prstGeom prst="roundRect">
            <a:avLst>
              <a:gd name="adj" fmla="val 1599"/>
            </a:avLst>
          </a:prstGeom>
          <a:solidFill>
            <a:schemeClr val="bg1">
              <a:lumMod val="85000"/>
            </a:schemeClr>
          </a:solidFill>
          <a:ln w="12700">
            <a:miter lim="400000"/>
          </a:ln>
        </p:spPr>
        <p:txBody>
          <a:bodyPr lIns="0" tIns="0" rIns="0" bIns="0" anchor="ctr"/>
          <a:lstStyle/>
          <a:p>
            <a:pPr algn="ctr"/>
            <a:endParaRPr dirty="0">
              <a:latin typeface="Segoe UI" panose="020B0502040204020203" pitchFamily="34" charset="0"/>
              <a:cs typeface="Segoe UI" panose="020B0502040204020203" pitchFamily="34" charset="0"/>
            </a:endParaRPr>
          </a:p>
        </p:txBody>
      </p:sp>
      <p:sp>
        <p:nvSpPr>
          <p:cNvPr id="45" name="Сквиркл">
            <a:extLst>
              <a:ext uri="{FF2B5EF4-FFF2-40B4-BE49-F238E27FC236}">
                <a16:creationId xmlns:a16="http://schemas.microsoft.com/office/drawing/2014/main" id="{14979B2C-36EB-9E58-0D1D-92C6D6850578}"/>
              </a:ext>
            </a:extLst>
          </p:cNvPr>
          <p:cNvSpPr/>
          <p:nvPr/>
        </p:nvSpPr>
        <p:spPr>
          <a:xfrm>
            <a:off x="10200644" y="3773289"/>
            <a:ext cx="4669307" cy="7272508"/>
          </a:xfrm>
          <a:prstGeom prst="roundRect">
            <a:avLst>
              <a:gd name="adj" fmla="val 1599"/>
            </a:avLst>
          </a:prstGeom>
          <a:solidFill>
            <a:srgbClr val="C7EBFC"/>
          </a:solidFill>
          <a:ln w="12700">
            <a:miter lim="400000"/>
          </a:ln>
        </p:spPr>
        <p:txBody>
          <a:bodyPr lIns="0" tIns="0" rIns="0" bIns="0" anchor="ctr"/>
          <a:lstStyle/>
          <a:p>
            <a:pPr algn="ctr"/>
            <a:endParaRPr>
              <a:latin typeface="Segoe UI" panose="020B0502040204020203" pitchFamily="34" charset="0"/>
              <a:cs typeface="Segoe UI" panose="020B0502040204020203" pitchFamily="34" charset="0"/>
            </a:endParaRPr>
          </a:p>
        </p:txBody>
      </p:sp>
      <p:sp>
        <p:nvSpPr>
          <p:cNvPr id="58" name="Сквиркл">
            <a:extLst>
              <a:ext uri="{FF2B5EF4-FFF2-40B4-BE49-F238E27FC236}">
                <a16:creationId xmlns:a16="http://schemas.microsoft.com/office/drawing/2014/main" id="{1AEA27B5-525B-F212-AC93-541A3D14F3CA}"/>
              </a:ext>
            </a:extLst>
          </p:cNvPr>
          <p:cNvSpPr/>
          <p:nvPr/>
        </p:nvSpPr>
        <p:spPr>
          <a:xfrm>
            <a:off x="560951" y="2421122"/>
            <a:ext cx="9484215" cy="1194720"/>
          </a:xfrm>
          <a:prstGeom prst="roundRect">
            <a:avLst>
              <a:gd name="adj" fmla="val 1599"/>
            </a:avLst>
          </a:prstGeom>
          <a:solidFill>
            <a:srgbClr val="FF0000"/>
          </a:solidFill>
          <a:ln w="12700">
            <a:miter lim="400000"/>
          </a:ln>
        </p:spPr>
        <p:txBody>
          <a:bodyPr lIns="0" tIns="0" rIns="0" bIns="0" anchor="ctr"/>
          <a:lstStyle/>
          <a:p>
            <a:pPr algn="ctr"/>
            <a:r>
              <a:rPr lang="en-AU" sz="4000" dirty="0">
                <a:solidFill>
                  <a:schemeClr val="bg1"/>
                </a:solidFill>
                <a:latin typeface="Segoe UI" panose="020B0502040204020203" pitchFamily="34" charset="0"/>
                <a:cs typeface="Segoe UI" panose="020B0502040204020203" pitchFamily="34" charset="0"/>
              </a:rPr>
              <a:t>Effective Keywords</a:t>
            </a:r>
          </a:p>
        </p:txBody>
      </p:sp>
      <p:sp>
        <p:nvSpPr>
          <p:cNvPr id="59" name="Сквиркл">
            <a:extLst>
              <a:ext uri="{FF2B5EF4-FFF2-40B4-BE49-F238E27FC236}">
                <a16:creationId xmlns:a16="http://schemas.microsoft.com/office/drawing/2014/main" id="{3FACB81A-D964-7641-C603-35B7CA254038}"/>
              </a:ext>
            </a:extLst>
          </p:cNvPr>
          <p:cNvSpPr/>
          <p:nvPr/>
        </p:nvSpPr>
        <p:spPr>
          <a:xfrm>
            <a:off x="10199373" y="2406768"/>
            <a:ext cx="9484215" cy="1194720"/>
          </a:xfrm>
          <a:prstGeom prst="roundRect">
            <a:avLst>
              <a:gd name="adj" fmla="val 1599"/>
            </a:avLst>
          </a:prstGeom>
          <a:solidFill>
            <a:srgbClr val="FF0000"/>
          </a:solidFill>
          <a:ln w="12700">
            <a:miter lim="400000"/>
          </a:ln>
        </p:spPr>
        <p:txBody>
          <a:bodyPr lIns="0" tIns="0" rIns="0" bIns="0" anchor="ctr"/>
          <a:lstStyle/>
          <a:p>
            <a:pPr algn="ctr"/>
            <a:r>
              <a:rPr lang="en-AU" sz="3600" dirty="0">
                <a:solidFill>
                  <a:schemeClr val="bg1"/>
                </a:solidFill>
                <a:latin typeface="Segoe UI" panose="020B0502040204020203" pitchFamily="34" charset="0"/>
                <a:cs typeface="Segoe UI" panose="020B0502040204020203" pitchFamily="34" charset="0"/>
              </a:rPr>
              <a:t>Ineffective Keywords</a:t>
            </a:r>
          </a:p>
        </p:txBody>
      </p:sp>
      <p:sp>
        <p:nvSpPr>
          <p:cNvPr id="60" name="Top Project Name">
            <a:extLst>
              <a:ext uri="{FF2B5EF4-FFF2-40B4-BE49-F238E27FC236}">
                <a16:creationId xmlns:a16="http://schemas.microsoft.com/office/drawing/2014/main" id="{F348C2C6-23A2-4094-C70F-9D9AE2880E9C}"/>
              </a:ext>
            </a:extLst>
          </p:cNvPr>
          <p:cNvSpPr txBox="1"/>
          <p:nvPr/>
        </p:nvSpPr>
        <p:spPr>
          <a:xfrm>
            <a:off x="6127149" y="6710504"/>
            <a:ext cx="3166725" cy="53347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a:spAutoFit/>
          </a:bodyPr>
          <a:lstStyle>
            <a:lvl1pPr>
              <a:defRPr sz="2600" b="1">
                <a:solidFill>
                  <a:srgbClr val="151B3D"/>
                </a:solidFill>
                <a:latin typeface="OpenSans-Bold"/>
                <a:ea typeface="OpenSans-Bold"/>
                <a:cs typeface="OpenSans-Bold"/>
                <a:sym typeface="OpenSans-Bold"/>
              </a:defRPr>
            </a:lvl1pPr>
          </a:lstStyle>
          <a:p>
            <a:r>
              <a:rPr lang="en-US" sz="2800" dirty="0">
                <a:solidFill>
                  <a:schemeClr val="tx1">
                    <a:lumMod val="75000"/>
                    <a:lumOff val="25000"/>
                  </a:schemeClr>
                </a:solidFill>
                <a:latin typeface="Segoe UI" panose="020B0502040204020203" pitchFamily="34" charset="0"/>
                <a:cs typeface="Segoe UI" panose="020B0502040204020203" pitchFamily="34" charset="0"/>
              </a:rPr>
              <a:t>NON-PROFITABLE</a:t>
            </a:r>
            <a:endParaRPr sz="2800" dirty="0">
              <a:solidFill>
                <a:schemeClr val="tx1">
                  <a:lumMod val="75000"/>
                  <a:lumOff val="25000"/>
                </a:schemeClr>
              </a:solidFill>
              <a:latin typeface="Segoe UI" panose="020B0502040204020203" pitchFamily="34" charset="0"/>
              <a:cs typeface="Segoe UI" panose="020B0502040204020203" pitchFamily="34" charset="0"/>
            </a:endParaRPr>
          </a:p>
        </p:txBody>
      </p:sp>
      <p:sp>
        <p:nvSpPr>
          <p:cNvPr id="61" name="Lorem ipsum dolor sit amet, consectetur adipiscing elit, sed do eiusmod tempor incididunt ut labore Duis aute irure dolor in reprehenderit in voluptate velit esse cillum dolore eu occaecat cupidatat non proident, sunt in culpa qui officia deserunt mollit consequ accusantium doloremque">
            <a:extLst>
              <a:ext uri="{FF2B5EF4-FFF2-40B4-BE49-F238E27FC236}">
                <a16:creationId xmlns:a16="http://schemas.microsoft.com/office/drawing/2014/main" id="{863A9542-382B-26A5-E897-DBC3500E845E}"/>
              </a:ext>
            </a:extLst>
          </p:cNvPr>
          <p:cNvSpPr txBox="1"/>
          <p:nvPr/>
        </p:nvSpPr>
        <p:spPr>
          <a:xfrm>
            <a:off x="6096489" y="7524171"/>
            <a:ext cx="3626207" cy="254396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a:spAutoFit/>
          </a:bodyPr>
          <a:lstStyle>
            <a:lvl1pPr>
              <a:defRPr sz="1800">
                <a:solidFill>
                  <a:srgbClr val="8D9097"/>
                </a:solidFill>
                <a:latin typeface="Open Sans"/>
                <a:ea typeface="Open Sans"/>
                <a:cs typeface="Open Sans"/>
                <a:sym typeface="Open Sans"/>
              </a:defRPr>
            </a:lvl1pPr>
          </a:lstStyle>
          <a:p>
            <a:pPr>
              <a:lnSpc>
                <a:spcPct val="150000"/>
              </a:lnSpc>
            </a:pPr>
            <a:r>
              <a:t>This is the number of keywords that are converting at a greater than target ACoS value of 30%. So even though you are getting sales, you are paying too much for it.</a:t>
            </a:r>
          </a:p>
        </p:txBody>
      </p:sp>
      <p:sp>
        <p:nvSpPr>
          <p:cNvPr id="62" name="73%">
            <a:extLst>
              <a:ext uri="{FF2B5EF4-FFF2-40B4-BE49-F238E27FC236}">
                <a16:creationId xmlns:a16="http://schemas.microsoft.com/office/drawing/2014/main" id="{CDA3E622-A37A-42B8-0333-CF2E19E98B6A}"/>
              </a:ext>
            </a:extLst>
          </p:cNvPr>
          <p:cNvSpPr txBox="1"/>
          <p:nvPr/>
        </p:nvSpPr>
        <p:spPr>
          <a:xfrm>
            <a:off x="5873314" y="5066306"/>
            <a:ext cx="3848241" cy="47192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a:spAutoFit/>
          </a:bodyPr>
          <a:lstStyle>
            <a:lvl1pPr>
              <a:defRPr sz="4000" b="1">
                <a:solidFill>
                  <a:srgbClr val="151B3D"/>
                </a:solidFill>
                <a:latin typeface="OpenSans-Bold"/>
                <a:ea typeface="OpenSans-Bold"/>
                <a:cs typeface="OpenSans-Bold"/>
                <a:sym typeface="OpenSans-Bold"/>
              </a:defRPr>
            </a:lvl1pPr>
          </a:lstStyle>
          <a:p>
            <a:r>
              <a:rPr sz="6000"/>
              <a:t>9</a:t>
            </a:r>
            <a:endParaRPr sz="2400" dirty="0">
              <a:solidFill>
                <a:schemeClr val="tx1">
                  <a:lumMod val="75000"/>
                  <a:lumOff val="25000"/>
                </a:schemeClr>
              </a:solidFill>
              <a:latin typeface="Segoe UI" panose="020B0502040204020203" pitchFamily="34" charset="0"/>
              <a:cs typeface="Segoe UI" panose="020B0502040204020203" pitchFamily="34" charset="0"/>
            </a:endParaRPr>
          </a:p>
        </p:txBody>
      </p:sp>
      <p:sp>
        <p:nvSpPr>
          <p:cNvPr id="63" name="Top Project Name">
            <a:extLst>
              <a:ext uri="{FF2B5EF4-FFF2-40B4-BE49-F238E27FC236}">
                <a16:creationId xmlns:a16="http://schemas.microsoft.com/office/drawing/2014/main" id="{0BACB056-A5AD-A34B-C4EA-BF47436799C0}"/>
              </a:ext>
            </a:extLst>
          </p:cNvPr>
          <p:cNvSpPr txBox="1"/>
          <p:nvPr/>
        </p:nvSpPr>
        <p:spPr>
          <a:xfrm>
            <a:off x="10603678" y="6710504"/>
            <a:ext cx="4353888" cy="53347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a:spAutoFit/>
          </a:bodyPr>
          <a:lstStyle>
            <a:lvl1pPr>
              <a:defRPr sz="2600" b="1">
                <a:solidFill>
                  <a:srgbClr val="151B3D"/>
                </a:solidFill>
                <a:latin typeface="OpenSans-Bold"/>
                <a:ea typeface="OpenSans-Bold"/>
                <a:cs typeface="OpenSans-Bold"/>
                <a:sym typeface="OpenSans-Bold"/>
              </a:defRPr>
            </a:lvl1pPr>
          </a:lstStyle>
          <a:p>
            <a:r>
              <a:rPr lang="en-US" sz="2800" dirty="0">
                <a:solidFill>
                  <a:schemeClr val="tx1">
                    <a:lumMod val="75000"/>
                    <a:lumOff val="25000"/>
                  </a:schemeClr>
                </a:solidFill>
                <a:latin typeface="Segoe UI" panose="020B0502040204020203" pitchFamily="34" charset="0"/>
                <a:cs typeface="Segoe UI" panose="020B0502040204020203" pitchFamily="34" charset="0"/>
              </a:rPr>
              <a:t>CLICKS WITHOUT SALES</a:t>
            </a:r>
            <a:endParaRPr sz="2800" dirty="0">
              <a:solidFill>
                <a:schemeClr val="tx1">
                  <a:lumMod val="75000"/>
                  <a:lumOff val="25000"/>
                </a:schemeClr>
              </a:solidFill>
              <a:latin typeface="Segoe UI" panose="020B0502040204020203" pitchFamily="34" charset="0"/>
              <a:cs typeface="Segoe UI" panose="020B0502040204020203" pitchFamily="34" charset="0"/>
            </a:endParaRPr>
          </a:p>
        </p:txBody>
      </p:sp>
      <p:sp>
        <p:nvSpPr>
          <p:cNvPr id="64" name="Lorem ipsum dolor sit amet, consectetur adipiscing elit, sed do eiusmod tempor incididunt ut labore Duis aute irure dolor in reprehenderit in voluptate velit esse cillum dolore eu occaecat cupidatat non proident, sunt in culpa qui officia deserunt mollit consequ accusantium doloremque">
            <a:extLst>
              <a:ext uri="{FF2B5EF4-FFF2-40B4-BE49-F238E27FC236}">
                <a16:creationId xmlns:a16="http://schemas.microsoft.com/office/drawing/2014/main" id="{5CAA071C-5790-18A4-F1A1-395F09A81B51}"/>
              </a:ext>
            </a:extLst>
          </p:cNvPr>
          <p:cNvSpPr txBox="1"/>
          <p:nvPr/>
        </p:nvSpPr>
        <p:spPr>
          <a:xfrm>
            <a:off x="10721456" y="7564928"/>
            <a:ext cx="3626207" cy="171296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a:spAutoFit/>
          </a:bodyPr>
          <a:lstStyle>
            <a:lvl1pPr>
              <a:defRPr sz="1800">
                <a:solidFill>
                  <a:srgbClr val="8D9097"/>
                </a:solidFill>
                <a:latin typeface="Open Sans"/>
                <a:ea typeface="Open Sans"/>
                <a:cs typeface="Open Sans"/>
                <a:sym typeface="Open Sans"/>
              </a:defRPr>
            </a:lvl1pPr>
          </a:lstStyle>
          <a:p>
            <a:pPr>
              <a:lnSpc>
                <a:spcPct val="150000"/>
              </a:lnSpc>
            </a:pPr>
            <a:r>
              <a:rPr lang="en-US" dirty="0">
                <a:solidFill>
                  <a:schemeClr val="tx1">
                    <a:lumMod val="75000"/>
                    <a:lumOff val="25000"/>
                  </a:schemeClr>
                </a:solidFill>
                <a:latin typeface="Segoe UI" panose="020B0502040204020203" pitchFamily="34" charset="0"/>
                <a:cs typeface="Segoe UI" panose="020B0502040204020203" pitchFamily="34" charset="0"/>
              </a:rPr>
              <a:t>This is the number of keywords that are leading to clicks but no sales, which means that your ad spend is completely wasted.</a:t>
            </a:r>
          </a:p>
        </p:txBody>
      </p:sp>
      <p:sp>
        <p:nvSpPr>
          <p:cNvPr id="65" name="73%">
            <a:extLst>
              <a:ext uri="{FF2B5EF4-FFF2-40B4-BE49-F238E27FC236}">
                <a16:creationId xmlns:a16="http://schemas.microsoft.com/office/drawing/2014/main" id="{3CA193FA-D9EE-9580-C741-08B282DCC33E}"/>
              </a:ext>
            </a:extLst>
          </p:cNvPr>
          <p:cNvSpPr txBox="1"/>
          <p:nvPr/>
        </p:nvSpPr>
        <p:spPr>
          <a:xfrm>
            <a:off x="11158822" y="5075968"/>
            <a:ext cx="2751474" cy="47192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a:spAutoFit/>
          </a:bodyPr>
          <a:lstStyle>
            <a:lvl1pPr>
              <a:defRPr sz="4000" b="1">
                <a:solidFill>
                  <a:srgbClr val="151B3D"/>
                </a:solidFill>
                <a:latin typeface="OpenSans-Bold"/>
                <a:ea typeface="OpenSans-Bold"/>
                <a:cs typeface="OpenSans-Bold"/>
                <a:sym typeface="OpenSans-Bold"/>
              </a:defRPr>
            </a:lvl1pPr>
          </a:lstStyle>
          <a:p>
            <a:r>
              <a:rPr sz="6000"/>
              <a:t>27</a:t>
            </a:r>
            <a:endParaRPr sz="2400" dirty="0">
              <a:solidFill>
                <a:schemeClr val="tx1">
                  <a:lumMod val="75000"/>
                  <a:lumOff val="25000"/>
                </a:schemeClr>
              </a:solidFill>
              <a:latin typeface="Segoe UI" panose="020B0502040204020203" pitchFamily="34" charset="0"/>
              <a:cs typeface="Segoe UI" panose="020B0502040204020203" pitchFamily="34" charset="0"/>
            </a:endParaRPr>
          </a:p>
        </p:txBody>
      </p:sp>
      <p:sp>
        <p:nvSpPr>
          <p:cNvPr id="66" name="Top Project Name">
            <a:extLst>
              <a:ext uri="{FF2B5EF4-FFF2-40B4-BE49-F238E27FC236}">
                <a16:creationId xmlns:a16="http://schemas.microsoft.com/office/drawing/2014/main" id="{C2A0185B-CA86-91FC-7D71-EE9D91FE290C}"/>
              </a:ext>
            </a:extLst>
          </p:cNvPr>
          <p:cNvSpPr txBox="1"/>
          <p:nvPr/>
        </p:nvSpPr>
        <p:spPr>
          <a:xfrm>
            <a:off x="16133091" y="6711119"/>
            <a:ext cx="2773681" cy="53347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spAutoFit/>
          </a:bodyPr>
          <a:lstStyle>
            <a:lvl1pPr>
              <a:defRPr sz="2600" b="1">
                <a:solidFill>
                  <a:srgbClr val="151B3D"/>
                </a:solidFill>
                <a:latin typeface="OpenSans-Bold"/>
                <a:ea typeface="OpenSans-Bold"/>
                <a:cs typeface="OpenSans-Bold"/>
                <a:sym typeface="OpenSans-Bold"/>
              </a:defRPr>
            </a:lvl1pPr>
          </a:lstStyle>
          <a:p>
            <a:r>
              <a:rPr lang="en-US" sz="2800" dirty="0">
                <a:solidFill>
                  <a:schemeClr val="tx1">
                    <a:lumMod val="75000"/>
                    <a:lumOff val="25000"/>
                  </a:schemeClr>
                </a:solidFill>
                <a:latin typeface="Segoe UI" panose="020B0502040204020203" pitchFamily="34" charset="0"/>
                <a:cs typeface="Segoe UI" panose="020B0502040204020203" pitchFamily="34" charset="0"/>
              </a:rPr>
              <a:t>ZERO CLICKS</a:t>
            </a:r>
            <a:endParaRPr sz="2800" dirty="0">
              <a:solidFill>
                <a:schemeClr val="tx1">
                  <a:lumMod val="75000"/>
                  <a:lumOff val="25000"/>
                </a:schemeClr>
              </a:solidFill>
              <a:latin typeface="Segoe UI" panose="020B0502040204020203" pitchFamily="34" charset="0"/>
              <a:cs typeface="Segoe UI" panose="020B0502040204020203" pitchFamily="34" charset="0"/>
            </a:endParaRPr>
          </a:p>
        </p:txBody>
      </p:sp>
      <p:sp>
        <p:nvSpPr>
          <p:cNvPr id="67" name="Lorem ipsum dolor sit amet, consectetur adipiscing elit, sed do eiusmod tempor incididunt ut labore Duis aute irure dolor in reprehenderit in voluptate velit esse cillum dolore eu occaecat cupidatat non proident, sunt in culpa qui officia deserunt mollit consequ accusantium doloremque">
            <a:extLst>
              <a:ext uri="{FF2B5EF4-FFF2-40B4-BE49-F238E27FC236}">
                <a16:creationId xmlns:a16="http://schemas.microsoft.com/office/drawing/2014/main" id="{19FC8D9E-34BB-4D6F-C3E4-4E0800E44F73}"/>
              </a:ext>
            </a:extLst>
          </p:cNvPr>
          <p:cNvSpPr txBox="1"/>
          <p:nvPr/>
        </p:nvSpPr>
        <p:spPr>
          <a:xfrm>
            <a:off x="15480882" y="7518178"/>
            <a:ext cx="3626207" cy="295946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a:spAutoFit/>
          </a:bodyPr>
          <a:lstStyle>
            <a:lvl1pPr>
              <a:defRPr sz="1800">
                <a:solidFill>
                  <a:srgbClr val="8D9097"/>
                </a:solidFill>
                <a:latin typeface="Open Sans"/>
                <a:ea typeface="Open Sans"/>
                <a:cs typeface="Open Sans"/>
                <a:sym typeface="Open Sans"/>
              </a:defRPr>
            </a:lvl1pPr>
          </a:lstStyle>
          <a:p>
            <a:pPr>
              <a:lnSpc>
                <a:spcPct val="150000"/>
              </a:lnSpc>
            </a:pPr>
            <a:r>
              <a:rPr lang="en-US" dirty="0">
                <a:solidFill>
                  <a:schemeClr val="tx1">
                    <a:lumMod val="75000"/>
                    <a:lumOff val="25000"/>
                  </a:schemeClr>
                </a:solidFill>
                <a:latin typeface="Segoe UI" panose="020B0502040204020203" pitchFamily="34" charset="0"/>
                <a:cs typeface="Segoe UI" panose="020B0502040204020203" pitchFamily="34" charset="0"/>
              </a:rPr>
              <a:t>Thanks to the PPC model, you never lose money when there are no clicks for a keyword, but it still costs you indirectly to have impressions and no sales, because it impacts your CTR which impacts your overall relevancy.</a:t>
            </a:r>
          </a:p>
        </p:txBody>
      </p:sp>
      <p:sp>
        <p:nvSpPr>
          <p:cNvPr id="68" name="73%">
            <a:extLst>
              <a:ext uri="{FF2B5EF4-FFF2-40B4-BE49-F238E27FC236}">
                <a16:creationId xmlns:a16="http://schemas.microsoft.com/office/drawing/2014/main" id="{1DD42CCC-3C34-4F7E-244A-7A46523B3D27}"/>
              </a:ext>
            </a:extLst>
          </p:cNvPr>
          <p:cNvSpPr txBox="1"/>
          <p:nvPr/>
        </p:nvSpPr>
        <p:spPr>
          <a:xfrm>
            <a:off x="16014117" y="5016500"/>
            <a:ext cx="2266718" cy="47192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a:spAutoFit/>
          </a:bodyPr>
          <a:lstStyle>
            <a:lvl1pPr>
              <a:defRPr sz="4000" b="1">
                <a:solidFill>
                  <a:srgbClr val="151B3D"/>
                </a:solidFill>
                <a:latin typeface="OpenSans-Bold"/>
                <a:ea typeface="OpenSans-Bold"/>
                <a:cs typeface="OpenSans-Bold"/>
                <a:sym typeface="OpenSans-Bold"/>
              </a:defRPr>
            </a:lvl1pPr>
          </a:lstStyle>
          <a:p>
            <a:r>
              <a:rPr sz="6000"/>
              <a:t>17</a:t>
            </a:r>
            <a:endParaRPr sz="2400" dirty="0">
              <a:solidFill>
                <a:schemeClr val="tx1">
                  <a:lumMod val="75000"/>
                  <a:lumOff val="25000"/>
                </a:schemeClr>
              </a:solidFill>
              <a:latin typeface="Segoe UI" panose="020B0502040204020203" pitchFamily="34" charset="0"/>
              <a:cs typeface="Segoe UI" panose="020B0502040204020203" pitchFamily="34" charset="0"/>
            </a:endParaRPr>
          </a:p>
        </p:txBody>
      </p:sp>
      <p:sp>
        <p:nvSpPr>
          <p:cNvPr id="17" name="Slide Number Placeholder 16">
            <a:extLst>
              <a:ext uri="{FF2B5EF4-FFF2-40B4-BE49-F238E27FC236}">
                <a16:creationId xmlns:a16="http://schemas.microsoft.com/office/drawing/2014/main" id="{1D1EA576-FD66-4250-3F95-ADECCB50711A}"/>
              </a:ext>
            </a:extLst>
          </p:cNvPr>
          <p:cNvSpPr>
            <a:spLocks noGrp="1"/>
          </p:cNvSpPr>
          <p:nvPr>
            <p:ph type="sldNum" sz="quarter" idx="7"/>
          </p:nvPr>
        </p:nvSpPr>
        <p:spPr>
          <a:xfrm>
            <a:off x="19514078" y="12208440"/>
            <a:ext cx="361314" cy="284693"/>
          </a:xfrm>
        </p:spPr>
        <p:txBody>
          <a:bodyPr/>
          <a:lstStyle/>
          <a:p>
            <a:pPr marL="38100">
              <a:lnSpc>
                <a:spcPct val="100000"/>
              </a:lnSpc>
              <a:spcBef>
                <a:spcPts val="259"/>
              </a:spcBef>
            </a:pPr>
            <a:fld id="{81D60167-4931-47E6-BA6A-407CBD079E47}" type="slidenum">
              <a:rPr lang="en-IN" spc="-25" smtClean="0">
                <a:latin typeface="Segoe UI" panose="020B0502040204020203" pitchFamily="34" charset="0"/>
                <a:cs typeface="Segoe UI" panose="020B0502040204020203" pitchFamily="34" charset="0"/>
              </a:rPr>
              <a:t>3</a:t>
            </a:fld>
            <a:endParaRPr lang="en-IN" spc="-25"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34806601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2976447" y="8470748"/>
            <a:ext cx="7127875" cy="4301490"/>
            <a:chOff x="12976447" y="8470748"/>
            <a:chExt cx="7127875" cy="4301490"/>
          </a:xfrm>
        </p:grpSpPr>
        <p:sp>
          <p:nvSpPr>
            <p:cNvPr id="3" name="object 3"/>
            <p:cNvSpPr/>
            <p:nvPr/>
          </p:nvSpPr>
          <p:spPr>
            <a:xfrm>
              <a:off x="13384494" y="11332864"/>
              <a:ext cx="753110" cy="1439545"/>
            </a:xfrm>
            <a:custGeom>
              <a:avLst/>
              <a:gdLst/>
              <a:ahLst/>
              <a:cxnLst/>
              <a:rect l="l" t="t" r="r" b="b"/>
              <a:pathLst>
                <a:path w="753109" h="1439545">
                  <a:moveTo>
                    <a:pt x="0" y="0"/>
                  </a:moveTo>
                  <a:lnTo>
                    <a:pt x="752691" y="0"/>
                  </a:lnTo>
                  <a:lnTo>
                    <a:pt x="752691" y="1439152"/>
                  </a:lnTo>
                  <a:lnTo>
                    <a:pt x="0" y="1439152"/>
                  </a:lnTo>
                  <a:lnTo>
                    <a:pt x="0" y="0"/>
                  </a:lnTo>
                  <a:close/>
                </a:path>
              </a:pathLst>
            </a:custGeom>
            <a:solidFill>
              <a:srgbClr val="F1B95E">
                <a:alpha val="12159"/>
              </a:srgbClr>
            </a:solidFill>
          </p:spPr>
          <p:txBody>
            <a:bodyPr wrap="square" lIns="0" tIns="0" rIns="0" bIns="0" rtlCol="0"/>
            <a:lstStyle/>
            <a:p>
              <a:endParaRPr>
                <a:latin typeface="Segoe UI" panose="020B0502040204020203" pitchFamily="34" charset="0"/>
                <a:cs typeface="Segoe UI" panose="020B0502040204020203" pitchFamily="34" charset="0"/>
              </a:endParaRPr>
            </a:p>
          </p:txBody>
        </p:sp>
        <p:sp>
          <p:nvSpPr>
            <p:cNvPr id="4" name="object 4"/>
            <p:cNvSpPr/>
            <p:nvPr/>
          </p:nvSpPr>
          <p:spPr>
            <a:xfrm>
              <a:off x="14137185" y="9883587"/>
              <a:ext cx="753110" cy="2888615"/>
            </a:xfrm>
            <a:custGeom>
              <a:avLst/>
              <a:gdLst/>
              <a:ahLst/>
              <a:cxnLst/>
              <a:rect l="l" t="t" r="r" b="b"/>
              <a:pathLst>
                <a:path w="753109" h="2888615">
                  <a:moveTo>
                    <a:pt x="0" y="0"/>
                  </a:moveTo>
                  <a:lnTo>
                    <a:pt x="752529" y="0"/>
                  </a:lnTo>
                  <a:lnTo>
                    <a:pt x="752529" y="2888428"/>
                  </a:lnTo>
                  <a:lnTo>
                    <a:pt x="0" y="2888428"/>
                  </a:lnTo>
                  <a:lnTo>
                    <a:pt x="0" y="0"/>
                  </a:lnTo>
                  <a:close/>
                </a:path>
              </a:pathLst>
            </a:custGeom>
            <a:solidFill>
              <a:srgbClr val="D11D46">
                <a:alpha val="12159"/>
              </a:srgbClr>
            </a:solidFill>
          </p:spPr>
          <p:txBody>
            <a:bodyPr wrap="square" lIns="0" tIns="0" rIns="0" bIns="0" rtlCol="0"/>
            <a:lstStyle/>
            <a:p>
              <a:endParaRPr>
                <a:latin typeface="Segoe UI" panose="020B0502040204020203" pitchFamily="34" charset="0"/>
                <a:cs typeface="Segoe UI" panose="020B0502040204020203" pitchFamily="34" charset="0"/>
              </a:endParaRPr>
            </a:p>
          </p:txBody>
        </p:sp>
        <p:sp>
          <p:nvSpPr>
            <p:cNvPr id="5" name="object 5"/>
            <p:cNvSpPr/>
            <p:nvPr/>
          </p:nvSpPr>
          <p:spPr>
            <a:xfrm>
              <a:off x="14889703" y="9393527"/>
              <a:ext cx="753110" cy="3378835"/>
            </a:xfrm>
            <a:custGeom>
              <a:avLst/>
              <a:gdLst/>
              <a:ahLst/>
              <a:cxnLst/>
              <a:rect l="l" t="t" r="r" b="b"/>
              <a:pathLst>
                <a:path w="753109" h="3378834">
                  <a:moveTo>
                    <a:pt x="0" y="0"/>
                  </a:moveTo>
                  <a:lnTo>
                    <a:pt x="752545" y="0"/>
                  </a:lnTo>
                  <a:lnTo>
                    <a:pt x="752545" y="3378489"/>
                  </a:lnTo>
                  <a:lnTo>
                    <a:pt x="0" y="3378489"/>
                  </a:lnTo>
                  <a:lnTo>
                    <a:pt x="0" y="0"/>
                  </a:lnTo>
                  <a:close/>
                </a:path>
              </a:pathLst>
            </a:custGeom>
            <a:solidFill>
              <a:srgbClr val="4B183B">
                <a:alpha val="12159"/>
              </a:srgbClr>
            </a:solidFill>
          </p:spPr>
          <p:txBody>
            <a:bodyPr wrap="square" lIns="0" tIns="0" rIns="0" bIns="0" rtlCol="0"/>
            <a:lstStyle/>
            <a:p>
              <a:endParaRPr>
                <a:latin typeface="Segoe UI" panose="020B0502040204020203" pitchFamily="34" charset="0"/>
                <a:cs typeface="Segoe UI" panose="020B0502040204020203" pitchFamily="34" charset="0"/>
              </a:endParaRPr>
            </a:p>
          </p:txBody>
        </p:sp>
        <p:sp>
          <p:nvSpPr>
            <p:cNvPr id="6" name="object 6"/>
            <p:cNvSpPr/>
            <p:nvPr/>
          </p:nvSpPr>
          <p:spPr>
            <a:xfrm>
              <a:off x="15642255" y="10600785"/>
              <a:ext cx="753110" cy="2171700"/>
            </a:xfrm>
            <a:custGeom>
              <a:avLst/>
              <a:gdLst/>
              <a:ahLst/>
              <a:cxnLst/>
              <a:rect l="l" t="t" r="r" b="b"/>
              <a:pathLst>
                <a:path w="753109" h="2171700">
                  <a:moveTo>
                    <a:pt x="0" y="0"/>
                  </a:moveTo>
                  <a:lnTo>
                    <a:pt x="752529" y="0"/>
                  </a:lnTo>
                  <a:lnTo>
                    <a:pt x="752529" y="2171230"/>
                  </a:lnTo>
                  <a:lnTo>
                    <a:pt x="0" y="2171230"/>
                  </a:lnTo>
                  <a:lnTo>
                    <a:pt x="0" y="0"/>
                  </a:lnTo>
                  <a:close/>
                </a:path>
              </a:pathLst>
            </a:custGeom>
            <a:solidFill>
              <a:srgbClr val="E74E24">
                <a:alpha val="12159"/>
              </a:srgbClr>
            </a:solidFill>
          </p:spPr>
          <p:txBody>
            <a:bodyPr wrap="square" lIns="0" tIns="0" rIns="0" bIns="0" rtlCol="0"/>
            <a:lstStyle/>
            <a:p>
              <a:endParaRPr>
                <a:latin typeface="Segoe UI" panose="020B0502040204020203" pitchFamily="34" charset="0"/>
                <a:cs typeface="Segoe UI" panose="020B0502040204020203" pitchFamily="34" charset="0"/>
              </a:endParaRPr>
            </a:p>
          </p:txBody>
        </p:sp>
        <p:sp>
          <p:nvSpPr>
            <p:cNvPr id="7" name="object 7"/>
            <p:cNvSpPr/>
            <p:nvPr/>
          </p:nvSpPr>
          <p:spPr>
            <a:xfrm>
              <a:off x="16394784" y="11332864"/>
              <a:ext cx="753110" cy="1439545"/>
            </a:xfrm>
            <a:custGeom>
              <a:avLst/>
              <a:gdLst/>
              <a:ahLst/>
              <a:cxnLst/>
              <a:rect l="l" t="t" r="r" b="b"/>
              <a:pathLst>
                <a:path w="753109" h="1439545">
                  <a:moveTo>
                    <a:pt x="0" y="0"/>
                  </a:moveTo>
                  <a:lnTo>
                    <a:pt x="752691" y="0"/>
                  </a:lnTo>
                  <a:lnTo>
                    <a:pt x="752691" y="1439152"/>
                  </a:lnTo>
                  <a:lnTo>
                    <a:pt x="0" y="1439152"/>
                  </a:lnTo>
                  <a:lnTo>
                    <a:pt x="0" y="0"/>
                  </a:lnTo>
                  <a:close/>
                </a:path>
              </a:pathLst>
            </a:custGeom>
            <a:solidFill>
              <a:srgbClr val="F1B95E">
                <a:alpha val="12159"/>
              </a:srgbClr>
            </a:solidFill>
          </p:spPr>
          <p:txBody>
            <a:bodyPr wrap="square" lIns="0" tIns="0" rIns="0" bIns="0" rtlCol="0"/>
            <a:lstStyle/>
            <a:p>
              <a:endParaRPr>
                <a:latin typeface="Segoe UI" panose="020B0502040204020203" pitchFamily="34" charset="0"/>
                <a:cs typeface="Segoe UI" panose="020B0502040204020203" pitchFamily="34" charset="0"/>
              </a:endParaRPr>
            </a:p>
          </p:txBody>
        </p:sp>
        <p:sp>
          <p:nvSpPr>
            <p:cNvPr id="8" name="object 8"/>
            <p:cNvSpPr/>
            <p:nvPr/>
          </p:nvSpPr>
          <p:spPr>
            <a:xfrm>
              <a:off x="17147476" y="10259536"/>
              <a:ext cx="753110" cy="2512695"/>
            </a:xfrm>
            <a:custGeom>
              <a:avLst/>
              <a:gdLst/>
              <a:ahLst/>
              <a:cxnLst/>
              <a:rect l="l" t="t" r="r" b="b"/>
              <a:pathLst>
                <a:path w="753109" h="2512695">
                  <a:moveTo>
                    <a:pt x="0" y="0"/>
                  </a:moveTo>
                  <a:lnTo>
                    <a:pt x="752529" y="0"/>
                  </a:lnTo>
                  <a:lnTo>
                    <a:pt x="752529" y="2512479"/>
                  </a:lnTo>
                  <a:lnTo>
                    <a:pt x="0" y="2512479"/>
                  </a:lnTo>
                  <a:lnTo>
                    <a:pt x="0" y="0"/>
                  </a:lnTo>
                  <a:close/>
                </a:path>
              </a:pathLst>
            </a:custGeom>
            <a:solidFill>
              <a:srgbClr val="D11D46">
                <a:alpha val="12159"/>
              </a:srgbClr>
            </a:solidFill>
          </p:spPr>
          <p:txBody>
            <a:bodyPr wrap="square" lIns="0" tIns="0" rIns="0" bIns="0" rtlCol="0"/>
            <a:lstStyle/>
            <a:p>
              <a:endParaRPr>
                <a:latin typeface="Segoe UI" panose="020B0502040204020203" pitchFamily="34" charset="0"/>
                <a:cs typeface="Segoe UI" panose="020B0502040204020203" pitchFamily="34" charset="0"/>
              </a:endParaRPr>
            </a:p>
          </p:txBody>
        </p:sp>
        <p:sp>
          <p:nvSpPr>
            <p:cNvPr id="9" name="object 9"/>
            <p:cNvSpPr/>
            <p:nvPr/>
          </p:nvSpPr>
          <p:spPr>
            <a:xfrm>
              <a:off x="17900005" y="9968859"/>
              <a:ext cx="753110" cy="2803525"/>
            </a:xfrm>
            <a:custGeom>
              <a:avLst/>
              <a:gdLst/>
              <a:ahLst/>
              <a:cxnLst/>
              <a:rect l="l" t="t" r="r" b="b"/>
              <a:pathLst>
                <a:path w="753109" h="2803525">
                  <a:moveTo>
                    <a:pt x="0" y="0"/>
                  </a:moveTo>
                  <a:lnTo>
                    <a:pt x="752529" y="0"/>
                  </a:lnTo>
                  <a:lnTo>
                    <a:pt x="752529" y="2803156"/>
                  </a:lnTo>
                  <a:lnTo>
                    <a:pt x="0" y="2803156"/>
                  </a:lnTo>
                  <a:lnTo>
                    <a:pt x="0" y="0"/>
                  </a:lnTo>
                  <a:close/>
                </a:path>
              </a:pathLst>
            </a:custGeom>
            <a:solidFill>
              <a:srgbClr val="4B183B">
                <a:alpha val="12159"/>
              </a:srgbClr>
            </a:solidFill>
          </p:spPr>
          <p:txBody>
            <a:bodyPr wrap="square" lIns="0" tIns="0" rIns="0" bIns="0" rtlCol="0"/>
            <a:lstStyle/>
            <a:p>
              <a:endParaRPr>
                <a:latin typeface="Segoe UI" panose="020B0502040204020203" pitchFamily="34" charset="0"/>
                <a:cs typeface="Segoe UI" panose="020B0502040204020203" pitchFamily="34" charset="0"/>
              </a:endParaRPr>
            </a:p>
          </p:txBody>
        </p:sp>
        <p:sp>
          <p:nvSpPr>
            <p:cNvPr id="10" name="object 10"/>
            <p:cNvSpPr/>
            <p:nvPr/>
          </p:nvSpPr>
          <p:spPr>
            <a:xfrm>
              <a:off x="18652534" y="9393527"/>
              <a:ext cx="753110" cy="3378835"/>
            </a:xfrm>
            <a:custGeom>
              <a:avLst/>
              <a:gdLst/>
              <a:ahLst/>
              <a:cxnLst/>
              <a:rect l="l" t="t" r="r" b="b"/>
              <a:pathLst>
                <a:path w="753109" h="3378834">
                  <a:moveTo>
                    <a:pt x="0" y="0"/>
                  </a:moveTo>
                  <a:lnTo>
                    <a:pt x="752529" y="0"/>
                  </a:lnTo>
                  <a:lnTo>
                    <a:pt x="752529" y="3378489"/>
                  </a:lnTo>
                  <a:lnTo>
                    <a:pt x="0" y="3378489"/>
                  </a:lnTo>
                  <a:lnTo>
                    <a:pt x="0" y="0"/>
                  </a:lnTo>
                  <a:close/>
                </a:path>
              </a:pathLst>
            </a:custGeom>
            <a:solidFill>
              <a:srgbClr val="F1B95E">
                <a:alpha val="12159"/>
              </a:srgbClr>
            </a:solidFill>
          </p:spPr>
          <p:txBody>
            <a:bodyPr wrap="square" lIns="0" tIns="0" rIns="0" bIns="0" rtlCol="0"/>
            <a:lstStyle/>
            <a:p>
              <a:endParaRPr>
                <a:latin typeface="Segoe UI" panose="020B0502040204020203" pitchFamily="34" charset="0"/>
                <a:cs typeface="Segoe UI" panose="020B0502040204020203" pitchFamily="34" charset="0"/>
              </a:endParaRPr>
            </a:p>
          </p:txBody>
        </p:sp>
        <p:sp>
          <p:nvSpPr>
            <p:cNvPr id="11" name="object 11"/>
            <p:cNvSpPr/>
            <p:nvPr/>
          </p:nvSpPr>
          <p:spPr>
            <a:xfrm>
              <a:off x="19405064" y="10600785"/>
              <a:ext cx="699135" cy="2171700"/>
            </a:xfrm>
            <a:custGeom>
              <a:avLst/>
              <a:gdLst/>
              <a:ahLst/>
              <a:cxnLst/>
              <a:rect l="l" t="t" r="r" b="b"/>
              <a:pathLst>
                <a:path w="699134" h="2171700">
                  <a:moveTo>
                    <a:pt x="0" y="0"/>
                  </a:moveTo>
                  <a:lnTo>
                    <a:pt x="699035" y="0"/>
                  </a:lnTo>
                  <a:lnTo>
                    <a:pt x="699035" y="2171230"/>
                  </a:lnTo>
                  <a:lnTo>
                    <a:pt x="0" y="2171230"/>
                  </a:lnTo>
                  <a:lnTo>
                    <a:pt x="0" y="0"/>
                  </a:lnTo>
                  <a:close/>
                </a:path>
              </a:pathLst>
            </a:custGeom>
            <a:solidFill>
              <a:srgbClr val="E74E24">
                <a:alpha val="12159"/>
              </a:srgbClr>
            </a:solidFill>
          </p:spPr>
          <p:txBody>
            <a:bodyPr wrap="square" lIns="0" tIns="0" rIns="0" bIns="0" rtlCol="0"/>
            <a:lstStyle/>
            <a:p>
              <a:endParaRPr>
                <a:latin typeface="Segoe UI" panose="020B0502040204020203" pitchFamily="34" charset="0"/>
                <a:cs typeface="Segoe UI" panose="020B0502040204020203" pitchFamily="34" charset="0"/>
              </a:endParaRPr>
            </a:p>
          </p:txBody>
        </p:sp>
        <p:pic>
          <p:nvPicPr>
            <p:cNvPr id="12" name="object 12"/>
            <p:cNvPicPr/>
            <p:nvPr/>
          </p:nvPicPr>
          <p:blipFill>
            <a:blip r:embed="rId3" cstate="print"/>
            <a:stretch>
              <a:fillRect/>
            </a:stretch>
          </p:blipFill>
          <p:spPr>
            <a:xfrm>
              <a:off x="13194020" y="8470748"/>
              <a:ext cx="6910080" cy="2015910"/>
            </a:xfrm>
            <a:prstGeom prst="rect">
              <a:avLst/>
            </a:prstGeom>
          </p:spPr>
        </p:pic>
        <p:sp>
          <p:nvSpPr>
            <p:cNvPr id="13" name="object 13"/>
            <p:cNvSpPr/>
            <p:nvPr/>
          </p:nvSpPr>
          <p:spPr>
            <a:xfrm>
              <a:off x="12976447" y="12756239"/>
              <a:ext cx="7127875" cy="15875"/>
            </a:xfrm>
            <a:custGeom>
              <a:avLst/>
              <a:gdLst/>
              <a:ahLst/>
              <a:cxnLst/>
              <a:rect l="l" t="t" r="r" b="b"/>
              <a:pathLst>
                <a:path w="7127875" h="15875">
                  <a:moveTo>
                    <a:pt x="7127653" y="15776"/>
                  </a:moveTo>
                  <a:lnTo>
                    <a:pt x="0" y="15776"/>
                  </a:lnTo>
                  <a:lnTo>
                    <a:pt x="5510" y="7547"/>
                  </a:lnTo>
                  <a:lnTo>
                    <a:pt x="13661" y="2023"/>
                  </a:lnTo>
                  <a:lnTo>
                    <a:pt x="23620" y="0"/>
                  </a:lnTo>
                  <a:lnTo>
                    <a:pt x="7127653" y="0"/>
                  </a:lnTo>
                  <a:lnTo>
                    <a:pt x="7127653" y="15776"/>
                  </a:lnTo>
                  <a:close/>
                </a:path>
              </a:pathLst>
            </a:custGeom>
            <a:solidFill>
              <a:srgbClr val="4B183B">
                <a:alpha val="12159"/>
              </a:srgbClr>
            </a:solidFill>
          </p:spPr>
          <p:txBody>
            <a:bodyPr wrap="square" lIns="0" tIns="0" rIns="0" bIns="0" rtlCol="0"/>
            <a:lstStyle/>
            <a:p>
              <a:endParaRPr>
                <a:latin typeface="Segoe UI" panose="020B0502040204020203" pitchFamily="34" charset="0"/>
                <a:cs typeface="Segoe UI" panose="020B0502040204020203" pitchFamily="34" charset="0"/>
              </a:endParaRPr>
            </a:p>
          </p:txBody>
        </p:sp>
      </p:grpSp>
      <p:sp>
        <p:nvSpPr>
          <p:cNvPr id="26" name="object 26"/>
          <p:cNvSpPr txBox="1">
            <a:spLocks noGrp="1"/>
          </p:cNvSpPr>
          <p:nvPr>
            <p:ph type="title"/>
          </p:nvPr>
        </p:nvSpPr>
        <p:spPr>
          <a:xfrm>
            <a:off x="1654757" y="779637"/>
            <a:ext cx="13669644" cy="630942"/>
          </a:xfrm>
          <a:prstGeom prst="rect">
            <a:avLst/>
          </a:prstGeom>
        </p:spPr>
        <p:txBody>
          <a:bodyPr vert="horz" wrap="square" lIns="0" tIns="15240" rIns="0" bIns="0" rtlCol="0">
            <a:spAutoFit/>
          </a:bodyPr>
          <a:lstStyle/>
          <a:p>
            <a:pPr marL="36195">
              <a:lnSpc>
                <a:spcPct val="100000"/>
              </a:lnSpc>
              <a:spcBef>
                <a:spcPts val="120"/>
              </a:spcBef>
            </a:pPr>
            <a:r>
              <a:rPr lang="en-US" sz="4000" spc="-10" dirty="0">
                <a:latin typeface="Segoe UI" panose="020B0502040204020203" pitchFamily="34" charset="0"/>
                <a:cs typeface="Segoe UI" panose="020B0502040204020203" pitchFamily="34" charset="0"/>
              </a:rPr>
              <a:t>Sales &amp; Ineffective Ad Spend – Sponsored Products</a:t>
            </a:r>
            <a:endParaRPr sz="4000" spc="-10" dirty="0">
              <a:latin typeface="Segoe UI" panose="020B0502040204020203" pitchFamily="34" charset="0"/>
              <a:cs typeface="Segoe UI" panose="020B0502040204020203" pitchFamily="34" charset="0"/>
            </a:endParaRPr>
          </a:p>
        </p:txBody>
      </p:sp>
      <p:pic>
        <p:nvPicPr>
          <p:cNvPr id="78" name="object 78"/>
          <p:cNvPicPr/>
          <p:nvPr/>
        </p:nvPicPr>
        <p:blipFill>
          <a:blip r:embed="rId4" cstate="print">
            <a:alphaModFix amt="35000"/>
          </a:blip>
          <a:stretch>
            <a:fillRect/>
          </a:stretch>
        </p:blipFill>
        <p:spPr>
          <a:xfrm>
            <a:off x="16248843" y="4387424"/>
            <a:ext cx="3855256" cy="8384591"/>
          </a:xfrm>
          <a:prstGeom prst="rect">
            <a:avLst/>
          </a:prstGeom>
        </p:spPr>
      </p:pic>
      <p:sp>
        <p:nvSpPr>
          <p:cNvPr id="79" name="object 79"/>
          <p:cNvSpPr/>
          <p:nvPr/>
        </p:nvSpPr>
        <p:spPr>
          <a:xfrm>
            <a:off x="1667457" y="1838933"/>
            <a:ext cx="3784600" cy="154305"/>
          </a:xfrm>
          <a:custGeom>
            <a:avLst/>
            <a:gdLst/>
            <a:ahLst/>
            <a:cxnLst/>
            <a:rect l="l" t="t" r="r" b="b"/>
            <a:pathLst>
              <a:path w="3784600" h="154305">
                <a:moveTo>
                  <a:pt x="0" y="0"/>
                </a:moveTo>
                <a:lnTo>
                  <a:pt x="3784301" y="0"/>
                </a:lnTo>
                <a:lnTo>
                  <a:pt x="3784301" y="153737"/>
                </a:lnTo>
                <a:lnTo>
                  <a:pt x="0" y="153737"/>
                </a:lnTo>
                <a:lnTo>
                  <a:pt x="0" y="0"/>
                </a:lnTo>
                <a:close/>
              </a:path>
            </a:pathLst>
          </a:custGeom>
          <a:solidFill>
            <a:srgbClr val="FFCC1B"/>
          </a:solidFill>
        </p:spPr>
        <p:txBody>
          <a:bodyPr wrap="square" lIns="0" tIns="0" rIns="0" bIns="0" rtlCol="0"/>
          <a:lstStyle/>
          <a:p>
            <a:endParaRPr>
              <a:latin typeface="Segoe UI" panose="020B0502040204020203" pitchFamily="34" charset="0"/>
              <a:cs typeface="Segoe UI" panose="020B0502040204020203" pitchFamily="34" charset="0"/>
            </a:endParaRPr>
          </a:p>
        </p:txBody>
      </p:sp>
      <p:pic>
        <p:nvPicPr>
          <p:cNvPr id="80" name="Picture 79">
            <a:extLst>
              <a:ext uri="{FF2B5EF4-FFF2-40B4-BE49-F238E27FC236}">
                <a16:creationId xmlns:a16="http://schemas.microsoft.com/office/drawing/2014/main" id="{5F262C9D-D5FC-2981-76C4-B13D78FFBB1B}"/>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6991629" y="303787"/>
            <a:ext cx="2694313" cy="978913"/>
          </a:xfrm>
          <a:prstGeom prst="rect">
            <a:avLst/>
          </a:prstGeom>
        </p:spPr>
      </p:pic>
      <p:sp>
        <p:nvSpPr>
          <p:cNvPr id="15" name="Сквиркл">
            <a:extLst>
              <a:ext uri="{FF2B5EF4-FFF2-40B4-BE49-F238E27FC236}">
                <a16:creationId xmlns:a16="http://schemas.microsoft.com/office/drawing/2014/main" id="{6C34BDFA-7D91-F56E-F395-3D87BBE6C67E}"/>
              </a:ext>
            </a:extLst>
          </p:cNvPr>
          <p:cNvSpPr/>
          <p:nvPr/>
        </p:nvSpPr>
        <p:spPr>
          <a:xfrm>
            <a:off x="5375859" y="3773289"/>
            <a:ext cx="4669307" cy="7272508"/>
          </a:xfrm>
          <a:prstGeom prst="roundRect">
            <a:avLst>
              <a:gd name="adj" fmla="val 1599"/>
            </a:avLst>
          </a:prstGeom>
          <a:solidFill>
            <a:srgbClr val="F26949"/>
          </a:solidFill>
          <a:ln w="12700">
            <a:miter lim="400000"/>
          </a:ln>
        </p:spPr>
        <p:txBody>
          <a:bodyPr lIns="0" tIns="0" rIns="0" bIns="0" anchor="ctr"/>
          <a:lstStyle/>
          <a:p>
            <a:pPr algn="ctr"/>
            <a:endParaRPr>
              <a:latin typeface="Segoe UI" panose="020B0502040204020203" pitchFamily="34" charset="0"/>
              <a:cs typeface="Segoe UI" panose="020B0502040204020203" pitchFamily="34" charset="0"/>
            </a:endParaRPr>
          </a:p>
        </p:txBody>
      </p:sp>
      <p:sp>
        <p:nvSpPr>
          <p:cNvPr id="24" name="Сквиркл">
            <a:extLst>
              <a:ext uri="{FF2B5EF4-FFF2-40B4-BE49-F238E27FC236}">
                <a16:creationId xmlns:a16="http://schemas.microsoft.com/office/drawing/2014/main" id="{07436110-5D7B-5402-7136-17AACC0143A8}"/>
              </a:ext>
            </a:extLst>
          </p:cNvPr>
          <p:cNvSpPr/>
          <p:nvPr/>
        </p:nvSpPr>
        <p:spPr>
          <a:xfrm>
            <a:off x="551075" y="3773289"/>
            <a:ext cx="4669307" cy="7272508"/>
          </a:xfrm>
          <a:prstGeom prst="roundRect">
            <a:avLst>
              <a:gd name="adj" fmla="val 1599"/>
            </a:avLst>
          </a:prstGeom>
          <a:solidFill>
            <a:srgbClr val="FED52D"/>
          </a:solidFill>
          <a:ln w="12700">
            <a:miter lim="400000"/>
          </a:ln>
        </p:spPr>
        <p:txBody>
          <a:bodyPr lIns="0" tIns="0" rIns="0" bIns="0" anchor="ctr"/>
          <a:lstStyle/>
          <a:p>
            <a:pPr algn="ctr"/>
            <a:endParaRPr dirty="0">
              <a:latin typeface="Segoe UI" panose="020B0502040204020203" pitchFamily="34" charset="0"/>
              <a:cs typeface="Segoe UI" panose="020B0502040204020203" pitchFamily="34" charset="0"/>
            </a:endParaRPr>
          </a:p>
        </p:txBody>
      </p:sp>
      <p:sp>
        <p:nvSpPr>
          <p:cNvPr id="28" name="Top Project Name">
            <a:extLst>
              <a:ext uri="{FF2B5EF4-FFF2-40B4-BE49-F238E27FC236}">
                <a16:creationId xmlns:a16="http://schemas.microsoft.com/office/drawing/2014/main" id="{FE5013B9-C9D1-755D-3C5C-BF56C850A1E2}"/>
              </a:ext>
            </a:extLst>
          </p:cNvPr>
          <p:cNvSpPr txBox="1"/>
          <p:nvPr/>
        </p:nvSpPr>
        <p:spPr>
          <a:xfrm>
            <a:off x="1765111" y="6398163"/>
            <a:ext cx="2773681" cy="53347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spAutoFit/>
          </a:bodyPr>
          <a:lstStyle>
            <a:lvl1pPr>
              <a:defRPr sz="2600" b="1">
                <a:solidFill>
                  <a:srgbClr val="151B3D"/>
                </a:solidFill>
                <a:latin typeface="OpenSans-Bold"/>
                <a:ea typeface="OpenSans-Bold"/>
                <a:cs typeface="OpenSans-Bold"/>
                <a:sym typeface="OpenSans-Bold"/>
              </a:defRPr>
            </a:lvl1pPr>
          </a:lstStyle>
          <a:p>
            <a:r>
              <a:rPr lang="en-US" sz="2800" dirty="0">
                <a:solidFill>
                  <a:schemeClr val="tx1">
                    <a:lumMod val="75000"/>
                    <a:lumOff val="25000"/>
                  </a:schemeClr>
                </a:solidFill>
                <a:latin typeface="Segoe UI" panose="020B0502040204020203" pitchFamily="34" charset="0"/>
                <a:cs typeface="Segoe UI" panose="020B0502040204020203" pitchFamily="34" charset="0"/>
              </a:rPr>
              <a:t>PROFITABLE</a:t>
            </a:r>
          </a:p>
        </p:txBody>
      </p:sp>
      <p:sp>
        <p:nvSpPr>
          <p:cNvPr id="30" name="Lorem ipsum dolor sit amet, consectetur adipiscing elit, sed do eiusmod tempor incididunt ut labore Duis aute irure dolor in reprehenderit in voluptate velit esse cillum dolore eu occaecat cupidatat non proident, sunt in culpa qui officia deserunt mollit consequ accusantium doloremque">
            <a:extLst>
              <a:ext uri="{FF2B5EF4-FFF2-40B4-BE49-F238E27FC236}">
                <a16:creationId xmlns:a16="http://schemas.microsoft.com/office/drawing/2014/main" id="{FA379566-D19C-A76C-DE46-93340F07E6C7}"/>
              </a:ext>
            </a:extLst>
          </p:cNvPr>
          <p:cNvSpPr txBox="1"/>
          <p:nvPr/>
        </p:nvSpPr>
        <p:spPr>
          <a:xfrm>
            <a:off x="831850" y="7210203"/>
            <a:ext cx="4290121" cy="212846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a:spAutoFit/>
          </a:bodyPr>
          <a:lstStyle>
            <a:lvl1pPr>
              <a:defRPr sz="1800">
                <a:solidFill>
                  <a:srgbClr val="8D9097"/>
                </a:solidFill>
                <a:latin typeface="Open Sans"/>
                <a:ea typeface="Open Sans"/>
                <a:cs typeface="Open Sans"/>
                <a:sym typeface="Open Sans"/>
              </a:defRPr>
            </a:lvl1pPr>
          </a:lstStyle>
          <a:p>
            <a:pPr>
              <a:lnSpc>
                <a:spcPct val="150000"/>
              </a:lnSpc>
            </a:pPr>
            <a:r>
              <a:t>This is the value of sales coming in from your profitable keywords. Profitable keywords are those that converted within your target ACoS value of 30%. </a:t>
            </a:r>
          </a:p>
        </p:txBody>
      </p:sp>
      <p:sp>
        <p:nvSpPr>
          <p:cNvPr id="31" name="73%">
            <a:extLst>
              <a:ext uri="{FF2B5EF4-FFF2-40B4-BE49-F238E27FC236}">
                <a16:creationId xmlns:a16="http://schemas.microsoft.com/office/drawing/2014/main" id="{135BBB5D-4FBB-4690-C8FE-D1C9650A6821}"/>
              </a:ext>
            </a:extLst>
          </p:cNvPr>
          <p:cNvSpPr txBox="1"/>
          <p:nvPr/>
        </p:nvSpPr>
        <p:spPr>
          <a:xfrm>
            <a:off x="1230537" y="5306576"/>
            <a:ext cx="3258913" cy="47192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anchor="ctr">
            <a:spAutoFit/>
          </a:bodyPr>
          <a:lstStyle>
            <a:lvl1pPr>
              <a:defRPr sz="4000" b="1">
                <a:solidFill>
                  <a:srgbClr val="151B3D"/>
                </a:solidFill>
                <a:latin typeface="OpenSans-Bold"/>
                <a:ea typeface="OpenSans-Bold"/>
                <a:cs typeface="OpenSans-Bold"/>
                <a:sym typeface="OpenSans-Bold"/>
              </a:defRPr>
            </a:lvl1pPr>
          </a:lstStyle>
          <a:p>
            <a:pPr algn="ctr"/>
            <a:r>
              <a:rPr sz="5400"/>
              <a:t>$649.66</a:t>
            </a:r>
          </a:p>
        </p:txBody>
      </p:sp>
      <p:sp>
        <p:nvSpPr>
          <p:cNvPr id="36" name="Сквиркл">
            <a:extLst>
              <a:ext uri="{FF2B5EF4-FFF2-40B4-BE49-F238E27FC236}">
                <a16:creationId xmlns:a16="http://schemas.microsoft.com/office/drawing/2014/main" id="{3C95C18A-C68F-908D-D5AE-A17043FF4684}"/>
              </a:ext>
            </a:extLst>
          </p:cNvPr>
          <p:cNvSpPr/>
          <p:nvPr/>
        </p:nvSpPr>
        <p:spPr>
          <a:xfrm>
            <a:off x="15025428" y="3773289"/>
            <a:ext cx="4669307" cy="7272508"/>
          </a:xfrm>
          <a:prstGeom prst="roundRect">
            <a:avLst>
              <a:gd name="adj" fmla="val 1599"/>
            </a:avLst>
          </a:prstGeom>
          <a:solidFill>
            <a:schemeClr val="bg1">
              <a:lumMod val="85000"/>
            </a:schemeClr>
          </a:solidFill>
          <a:ln w="12700">
            <a:miter lim="400000"/>
          </a:ln>
        </p:spPr>
        <p:txBody>
          <a:bodyPr lIns="0" tIns="0" rIns="0" bIns="0" anchor="ctr"/>
          <a:lstStyle/>
          <a:p>
            <a:pPr algn="ctr"/>
            <a:endParaRPr dirty="0">
              <a:latin typeface="Segoe UI" panose="020B0502040204020203" pitchFamily="34" charset="0"/>
              <a:cs typeface="Segoe UI" panose="020B0502040204020203" pitchFamily="34" charset="0"/>
            </a:endParaRPr>
          </a:p>
        </p:txBody>
      </p:sp>
      <p:sp>
        <p:nvSpPr>
          <p:cNvPr id="45" name="Сквиркл">
            <a:extLst>
              <a:ext uri="{FF2B5EF4-FFF2-40B4-BE49-F238E27FC236}">
                <a16:creationId xmlns:a16="http://schemas.microsoft.com/office/drawing/2014/main" id="{14979B2C-36EB-9E58-0D1D-92C6D6850578}"/>
              </a:ext>
            </a:extLst>
          </p:cNvPr>
          <p:cNvSpPr/>
          <p:nvPr/>
        </p:nvSpPr>
        <p:spPr>
          <a:xfrm>
            <a:off x="10200644" y="3773289"/>
            <a:ext cx="4669307" cy="7272508"/>
          </a:xfrm>
          <a:prstGeom prst="roundRect">
            <a:avLst>
              <a:gd name="adj" fmla="val 1599"/>
            </a:avLst>
          </a:prstGeom>
          <a:solidFill>
            <a:srgbClr val="C7EBFC"/>
          </a:solidFill>
          <a:ln w="12700">
            <a:miter lim="400000"/>
          </a:ln>
        </p:spPr>
        <p:txBody>
          <a:bodyPr lIns="0" tIns="0" rIns="0" bIns="0" anchor="ctr"/>
          <a:lstStyle/>
          <a:p>
            <a:pPr algn="ctr"/>
            <a:endParaRPr>
              <a:latin typeface="Segoe UI" panose="020B0502040204020203" pitchFamily="34" charset="0"/>
              <a:cs typeface="Segoe UI" panose="020B0502040204020203" pitchFamily="34" charset="0"/>
            </a:endParaRPr>
          </a:p>
        </p:txBody>
      </p:sp>
      <p:sp>
        <p:nvSpPr>
          <p:cNvPr id="58" name="Сквиркл">
            <a:extLst>
              <a:ext uri="{FF2B5EF4-FFF2-40B4-BE49-F238E27FC236}">
                <a16:creationId xmlns:a16="http://schemas.microsoft.com/office/drawing/2014/main" id="{1AEA27B5-525B-F212-AC93-541A3D14F3CA}"/>
              </a:ext>
            </a:extLst>
          </p:cNvPr>
          <p:cNvSpPr/>
          <p:nvPr/>
        </p:nvSpPr>
        <p:spPr>
          <a:xfrm>
            <a:off x="560951" y="2421122"/>
            <a:ext cx="9484215" cy="1194720"/>
          </a:xfrm>
          <a:prstGeom prst="roundRect">
            <a:avLst>
              <a:gd name="adj" fmla="val 1599"/>
            </a:avLst>
          </a:prstGeom>
          <a:solidFill>
            <a:srgbClr val="FF0000"/>
          </a:solidFill>
          <a:ln w="12700">
            <a:miter lim="400000"/>
          </a:ln>
        </p:spPr>
        <p:txBody>
          <a:bodyPr lIns="0" tIns="0" rIns="0" bIns="0" anchor="ctr"/>
          <a:lstStyle/>
          <a:p>
            <a:pPr algn="ctr"/>
            <a:r>
              <a:rPr lang="en-AU" sz="4000" dirty="0">
                <a:solidFill>
                  <a:schemeClr val="bg1"/>
                </a:solidFill>
                <a:latin typeface="Segoe UI" panose="020B0502040204020203" pitchFamily="34" charset="0"/>
                <a:cs typeface="Segoe UI" panose="020B0502040204020203" pitchFamily="34" charset="0"/>
              </a:rPr>
              <a:t>Sales From Converting Keywords</a:t>
            </a:r>
            <a:endParaRPr sz="4000" dirty="0">
              <a:solidFill>
                <a:schemeClr val="bg1"/>
              </a:solidFill>
              <a:latin typeface="Segoe UI" panose="020B0502040204020203" pitchFamily="34" charset="0"/>
              <a:cs typeface="Segoe UI" panose="020B0502040204020203" pitchFamily="34" charset="0"/>
            </a:endParaRPr>
          </a:p>
        </p:txBody>
      </p:sp>
      <p:sp>
        <p:nvSpPr>
          <p:cNvPr id="59" name="Сквиркл">
            <a:extLst>
              <a:ext uri="{FF2B5EF4-FFF2-40B4-BE49-F238E27FC236}">
                <a16:creationId xmlns:a16="http://schemas.microsoft.com/office/drawing/2014/main" id="{3FACB81A-D964-7641-C603-35B7CA254038}"/>
              </a:ext>
            </a:extLst>
          </p:cNvPr>
          <p:cNvSpPr/>
          <p:nvPr/>
        </p:nvSpPr>
        <p:spPr>
          <a:xfrm>
            <a:off x="10199373" y="2406768"/>
            <a:ext cx="9484215" cy="1194720"/>
          </a:xfrm>
          <a:prstGeom prst="roundRect">
            <a:avLst>
              <a:gd name="adj" fmla="val 1599"/>
            </a:avLst>
          </a:prstGeom>
          <a:solidFill>
            <a:srgbClr val="FF0000"/>
          </a:solidFill>
          <a:ln w="12700">
            <a:miter lim="400000"/>
          </a:ln>
        </p:spPr>
        <p:txBody>
          <a:bodyPr lIns="0" tIns="0" rIns="0" bIns="0" anchor="ctr"/>
          <a:lstStyle/>
          <a:p>
            <a:pPr algn="ctr"/>
            <a:r>
              <a:rPr lang="en-AU" sz="4000" dirty="0">
                <a:solidFill>
                  <a:schemeClr val="bg1"/>
                </a:solidFill>
                <a:latin typeface="Segoe UI" panose="020B0502040204020203" pitchFamily="34" charset="0"/>
                <a:cs typeface="Segoe UI" panose="020B0502040204020203" pitchFamily="34" charset="0"/>
              </a:rPr>
              <a:t>Loss from Non-converting Keywords</a:t>
            </a:r>
            <a:endParaRPr sz="4000" dirty="0">
              <a:solidFill>
                <a:schemeClr val="bg1"/>
              </a:solidFill>
              <a:latin typeface="Segoe UI" panose="020B0502040204020203" pitchFamily="34" charset="0"/>
              <a:cs typeface="Segoe UI" panose="020B0502040204020203" pitchFamily="34" charset="0"/>
            </a:endParaRPr>
          </a:p>
        </p:txBody>
      </p:sp>
      <p:sp>
        <p:nvSpPr>
          <p:cNvPr id="60" name="Top Project Name">
            <a:extLst>
              <a:ext uri="{FF2B5EF4-FFF2-40B4-BE49-F238E27FC236}">
                <a16:creationId xmlns:a16="http://schemas.microsoft.com/office/drawing/2014/main" id="{F348C2C6-23A2-4094-C70F-9D9AE2880E9C}"/>
              </a:ext>
            </a:extLst>
          </p:cNvPr>
          <p:cNvSpPr txBox="1"/>
          <p:nvPr/>
        </p:nvSpPr>
        <p:spPr>
          <a:xfrm>
            <a:off x="6127149" y="6396536"/>
            <a:ext cx="3166725" cy="53347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a:spAutoFit/>
          </a:bodyPr>
          <a:lstStyle>
            <a:lvl1pPr>
              <a:defRPr sz="2600" b="1">
                <a:solidFill>
                  <a:srgbClr val="151B3D"/>
                </a:solidFill>
                <a:latin typeface="OpenSans-Bold"/>
                <a:ea typeface="OpenSans-Bold"/>
                <a:cs typeface="OpenSans-Bold"/>
                <a:sym typeface="OpenSans-Bold"/>
              </a:defRPr>
            </a:lvl1pPr>
          </a:lstStyle>
          <a:p>
            <a:r>
              <a:rPr lang="en-US" sz="2800" dirty="0">
                <a:solidFill>
                  <a:schemeClr val="tx1">
                    <a:lumMod val="75000"/>
                    <a:lumOff val="25000"/>
                  </a:schemeClr>
                </a:solidFill>
                <a:latin typeface="Segoe UI" panose="020B0502040204020203" pitchFamily="34" charset="0"/>
                <a:cs typeface="Segoe UI" panose="020B0502040204020203" pitchFamily="34" charset="0"/>
              </a:rPr>
              <a:t>NON-PROFITABLE</a:t>
            </a:r>
          </a:p>
        </p:txBody>
      </p:sp>
      <p:sp>
        <p:nvSpPr>
          <p:cNvPr id="61" name="Lorem ipsum dolor sit amet, consectetur adipiscing elit, sed do eiusmod tempor incididunt ut labore Duis aute irure dolor in reprehenderit in voluptate velit esse cillum dolore eu occaecat cupidatat non proident, sunt in culpa qui officia deserunt mollit consequ accusantium doloremque">
            <a:extLst>
              <a:ext uri="{FF2B5EF4-FFF2-40B4-BE49-F238E27FC236}">
                <a16:creationId xmlns:a16="http://schemas.microsoft.com/office/drawing/2014/main" id="{863A9542-382B-26A5-E897-DBC3500E845E}"/>
              </a:ext>
            </a:extLst>
          </p:cNvPr>
          <p:cNvSpPr txBox="1"/>
          <p:nvPr/>
        </p:nvSpPr>
        <p:spPr>
          <a:xfrm>
            <a:off x="5826412" y="7210203"/>
            <a:ext cx="3964867" cy="337496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a:spAutoFit/>
          </a:bodyPr>
          <a:lstStyle>
            <a:lvl1pPr>
              <a:defRPr sz="1800">
                <a:solidFill>
                  <a:srgbClr val="8D9097"/>
                </a:solidFill>
                <a:latin typeface="Open Sans"/>
                <a:ea typeface="Open Sans"/>
                <a:cs typeface="Open Sans"/>
                <a:sym typeface="Open Sans"/>
              </a:defRPr>
            </a:lvl1pPr>
          </a:lstStyle>
          <a:p>
            <a:pPr>
              <a:lnSpc>
                <a:spcPct val="150000"/>
              </a:lnSpc>
            </a:pPr>
            <a:r>
              <a:t>This is the value of sales (in the local currency)that are coming in from your unprofitable keywords. Unprofitable keywords are those converted above your target ACoS value of 30%. Even though you maybe getting sales, you maybe paying too much for them.</a:t>
            </a:r>
          </a:p>
        </p:txBody>
      </p:sp>
      <p:sp>
        <p:nvSpPr>
          <p:cNvPr id="62" name="73%">
            <a:extLst>
              <a:ext uri="{FF2B5EF4-FFF2-40B4-BE49-F238E27FC236}">
                <a16:creationId xmlns:a16="http://schemas.microsoft.com/office/drawing/2014/main" id="{CDA3E622-A37A-42B8-0333-CF2E19E98B6A}"/>
              </a:ext>
            </a:extLst>
          </p:cNvPr>
          <p:cNvSpPr txBox="1"/>
          <p:nvPr/>
        </p:nvSpPr>
        <p:spPr>
          <a:xfrm>
            <a:off x="5902691" y="5255784"/>
            <a:ext cx="3615640" cy="47192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a:spAutoFit/>
          </a:bodyPr>
          <a:lstStyle>
            <a:lvl1pPr>
              <a:defRPr sz="4000" b="1">
                <a:solidFill>
                  <a:srgbClr val="151B3D"/>
                </a:solidFill>
                <a:latin typeface="OpenSans-Bold"/>
                <a:ea typeface="OpenSans-Bold"/>
                <a:cs typeface="OpenSans-Bold"/>
                <a:sym typeface="OpenSans-Bold"/>
              </a:defRPr>
            </a:lvl1pPr>
          </a:lstStyle>
          <a:p>
            <a:pPr algn="ctr"/>
            <a:r>
              <a:rPr sz="5400"/>
              <a:t>$657.58</a:t>
            </a:r>
            <a:endParaRPr sz="2400" dirty="0">
              <a:solidFill>
                <a:schemeClr val="tx1">
                  <a:lumMod val="75000"/>
                  <a:lumOff val="25000"/>
                </a:schemeClr>
              </a:solidFill>
              <a:latin typeface="Segoe UI" panose="020B0502040204020203" pitchFamily="34" charset="0"/>
              <a:cs typeface="Segoe UI" panose="020B0502040204020203" pitchFamily="34" charset="0"/>
            </a:endParaRPr>
          </a:p>
        </p:txBody>
      </p:sp>
      <p:sp>
        <p:nvSpPr>
          <p:cNvPr id="64" name="Lorem ipsum dolor sit amet, consectetur adipiscing elit, sed do eiusmod tempor incididunt ut labore Duis aute irure dolor in reprehenderit in voluptate velit esse cillum dolore eu occaecat cupidatat non proident, sunt in culpa qui officia deserunt mollit consequ accusantium doloremque">
            <a:extLst>
              <a:ext uri="{FF2B5EF4-FFF2-40B4-BE49-F238E27FC236}">
                <a16:creationId xmlns:a16="http://schemas.microsoft.com/office/drawing/2014/main" id="{5CAA071C-5790-18A4-F1A1-395F09A81B51}"/>
              </a:ext>
            </a:extLst>
          </p:cNvPr>
          <p:cNvSpPr txBox="1"/>
          <p:nvPr/>
        </p:nvSpPr>
        <p:spPr>
          <a:xfrm>
            <a:off x="10721456" y="7250960"/>
            <a:ext cx="3626207" cy="171194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a:spAutoFit/>
          </a:bodyPr>
          <a:lstStyle>
            <a:lvl1pPr>
              <a:defRPr sz="1800">
                <a:solidFill>
                  <a:srgbClr val="8D9097"/>
                </a:solidFill>
                <a:latin typeface="Open Sans"/>
                <a:ea typeface="Open Sans"/>
                <a:cs typeface="Open Sans"/>
                <a:sym typeface="Open Sans"/>
              </a:defRPr>
            </a:lvl1pPr>
          </a:lstStyle>
          <a:p>
            <a:pPr>
              <a:lnSpc>
                <a:spcPct val="150000"/>
              </a:lnSpc>
            </a:pPr>
            <a:r>
              <a:rPr lang="en-US" dirty="0">
                <a:solidFill>
                  <a:schemeClr val="tx1">
                    <a:lumMod val="75000"/>
                    <a:lumOff val="25000"/>
                  </a:schemeClr>
                </a:solidFill>
                <a:latin typeface="Segoe UI" panose="020B0502040204020203" pitchFamily="34" charset="0"/>
                <a:cs typeface="Segoe UI" panose="020B0502040204020203" pitchFamily="34" charset="0"/>
              </a:rPr>
              <a:t>This is the value of wasted spend coming from keywords with clicks but no sales. This ad spend is completely wasted.</a:t>
            </a:r>
          </a:p>
        </p:txBody>
      </p:sp>
      <p:sp>
        <p:nvSpPr>
          <p:cNvPr id="65" name="73%">
            <a:extLst>
              <a:ext uri="{FF2B5EF4-FFF2-40B4-BE49-F238E27FC236}">
                <a16:creationId xmlns:a16="http://schemas.microsoft.com/office/drawing/2014/main" id="{3CA193FA-D9EE-9580-C741-08B282DCC33E}"/>
              </a:ext>
            </a:extLst>
          </p:cNvPr>
          <p:cNvSpPr txBox="1"/>
          <p:nvPr/>
        </p:nvSpPr>
        <p:spPr>
          <a:xfrm>
            <a:off x="11000574" y="5301268"/>
            <a:ext cx="3057544" cy="47723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a:spAutoFit/>
          </a:bodyPr>
          <a:lstStyle>
            <a:lvl1pPr>
              <a:defRPr sz="4000" b="1">
                <a:solidFill>
                  <a:srgbClr val="151B3D"/>
                </a:solidFill>
                <a:latin typeface="OpenSans-Bold"/>
                <a:ea typeface="OpenSans-Bold"/>
                <a:cs typeface="OpenSans-Bold"/>
                <a:sym typeface="OpenSans-Bold"/>
              </a:defRPr>
            </a:lvl1pPr>
          </a:lstStyle>
          <a:p>
            <a:pPr algn="ctr"/>
            <a:r>
              <a:rPr sz="5400"/>
              <a:t>$149.95</a:t>
            </a:r>
            <a:endParaRPr sz="2400" dirty="0">
              <a:solidFill>
                <a:schemeClr val="tx1">
                  <a:lumMod val="75000"/>
                  <a:lumOff val="25000"/>
                </a:schemeClr>
              </a:solidFill>
              <a:latin typeface="Segoe UI" panose="020B0502040204020203" pitchFamily="34" charset="0"/>
              <a:cs typeface="Segoe UI" panose="020B0502040204020203" pitchFamily="34" charset="0"/>
            </a:endParaRPr>
          </a:p>
        </p:txBody>
      </p:sp>
      <p:sp>
        <p:nvSpPr>
          <p:cNvPr id="67" name="Lorem ipsum dolor sit amet, consectetur adipiscing elit, sed do eiusmod tempor incididunt ut labore Duis aute irure dolor in reprehenderit in voluptate velit esse cillum dolore eu occaecat cupidatat non proident, sunt in culpa qui officia deserunt mollit consequ accusantium doloremque">
            <a:extLst>
              <a:ext uri="{FF2B5EF4-FFF2-40B4-BE49-F238E27FC236}">
                <a16:creationId xmlns:a16="http://schemas.microsoft.com/office/drawing/2014/main" id="{19FC8D9E-34BB-4D6F-C3E4-4E0800E44F73}"/>
              </a:ext>
            </a:extLst>
          </p:cNvPr>
          <p:cNvSpPr txBox="1"/>
          <p:nvPr/>
        </p:nvSpPr>
        <p:spPr>
          <a:xfrm>
            <a:off x="15309850" y="7200601"/>
            <a:ext cx="4256131" cy="254396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a:spAutoFit/>
          </a:bodyPr>
          <a:lstStyle>
            <a:lvl1pPr>
              <a:defRPr sz="1800">
                <a:solidFill>
                  <a:srgbClr val="8D9097"/>
                </a:solidFill>
                <a:latin typeface="Open Sans"/>
                <a:ea typeface="Open Sans"/>
                <a:cs typeface="Open Sans"/>
                <a:sym typeface="Open Sans"/>
              </a:defRPr>
            </a:lvl1pPr>
          </a:lstStyle>
          <a:p>
            <a:pPr>
              <a:lnSpc>
                <a:spcPct val="150000"/>
              </a:lnSpc>
            </a:pPr>
            <a:r>
              <a:rPr lang="en-US" dirty="0">
                <a:solidFill>
                  <a:schemeClr val="tx1">
                    <a:lumMod val="75000"/>
                    <a:lumOff val="25000"/>
                  </a:schemeClr>
                </a:solidFill>
                <a:latin typeface="Segoe UI" panose="020B0502040204020203" pitchFamily="34" charset="0"/>
                <a:cs typeface="Segoe UI" panose="020B0502040204020203" pitchFamily="34" charset="0"/>
              </a:rPr>
              <a:t>Thanks to the PPC model, you never lose money when there are no clicks for a keyword, but it still costs you indirectly to have impressions and no sales, because it impacts your CTR which impacts your overall relevancy.</a:t>
            </a:r>
          </a:p>
        </p:txBody>
      </p:sp>
      <p:sp>
        <p:nvSpPr>
          <p:cNvPr id="68" name="73%">
            <a:extLst>
              <a:ext uri="{FF2B5EF4-FFF2-40B4-BE49-F238E27FC236}">
                <a16:creationId xmlns:a16="http://schemas.microsoft.com/office/drawing/2014/main" id="{1DD42CCC-3C34-4F7E-244A-7A46523B3D27}"/>
              </a:ext>
            </a:extLst>
          </p:cNvPr>
          <p:cNvSpPr txBox="1"/>
          <p:nvPr/>
        </p:nvSpPr>
        <p:spPr>
          <a:xfrm>
            <a:off x="16674458" y="5092700"/>
            <a:ext cx="1371246" cy="102592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a:spAutoFit/>
          </a:bodyPr>
          <a:lstStyle>
            <a:lvl1pPr>
              <a:defRPr sz="4000" b="1">
                <a:solidFill>
                  <a:srgbClr val="151B3D"/>
                </a:solidFill>
                <a:latin typeface="OpenSans-Bold"/>
                <a:ea typeface="OpenSans-Bold"/>
                <a:cs typeface="OpenSans-Bold"/>
                <a:sym typeface="OpenSans-Bold"/>
              </a:defRPr>
            </a:lvl1pPr>
          </a:lstStyle>
          <a:p>
            <a:pPr algn="ctr"/>
            <a:r>
              <a:rPr lang="en-AU" sz="6000" dirty="0">
                <a:solidFill>
                  <a:schemeClr val="tx1">
                    <a:lumMod val="75000"/>
                    <a:lumOff val="25000"/>
                  </a:schemeClr>
                </a:solidFill>
                <a:latin typeface="Segoe UI" panose="020B0502040204020203" pitchFamily="34" charset="0"/>
                <a:cs typeface="Segoe UI" panose="020B0502040204020203" pitchFamily="34" charset="0"/>
              </a:rPr>
              <a:t>$0</a:t>
            </a:r>
            <a:endParaRPr sz="6000" dirty="0">
              <a:solidFill>
                <a:schemeClr val="tx1">
                  <a:lumMod val="75000"/>
                  <a:lumOff val="25000"/>
                </a:schemeClr>
              </a:solidFill>
              <a:latin typeface="Segoe UI" panose="020B0502040204020203" pitchFamily="34" charset="0"/>
              <a:cs typeface="Segoe UI" panose="020B0502040204020203" pitchFamily="34" charset="0"/>
            </a:endParaRPr>
          </a:p>
        </p:txBody>
      </p:sp>
      <p:sp>
        <p:nvSpPr>
          <p:cNvPr id="14" name="Top Project Name">
            <a:extLst>
              <a:ext uri="{FF2B5EF4-FFF2-40B4-BE49-F238E27FC236}">
                <a16:creationId xmlns:a16="http://schemas.microsoft.com/office/drawing/2014/main" id="{B767D8E9-5C03-2D90-3199-CC1B6AD2441A}"/>
              </a:ext>
            </a:extLst>
          </p:cNvPr>
          <p:cNvSpPr txBox="1"/>
          <p:nvPr/>
        </p:nvSpPr>
        <p:spPr>
          <a:xfrm>
            <a:off x="10441264" y="6396536"/>
            <a:ext cx="4353888" cy="53347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a:spAutoFit/>
          </a:bodyPr>
          <a:lstStyle>
            <a:lvl1pPr>
              <a:defRPr sz="2600" b="1">
                <a:solidFill>
                  <a:srgbClr val="151B3D"/>
                </a:solidFill>
                <a:latin typeface="OpenSans-Bold"/>
                <a:ea typeface="OpenSans-Bold"/>
                <a:cs typeface="OpenSans-Bold"/>
                <a:sym typeface="OpenSans-Bold"/>
              </a:defRPr>
            </a:lvl1pPr>
          </a:lstStyle>
          <a:p>
            <a:r>
              <a:rPr lang="en-US" sz="2800" dirty="0">
                <a:solidFill>
                  <a:schemeClr val="tx1">
                    <a:lumMod val="75000"/>
                    <a:lumOff val="25000"/>
                  </a:schemeClr>
                </a:solidFill>
                <a:latin typeface="Segoe UI" panose="020B0502040204020203" pitchFamily="34" charset="0"/>
                <a:cs typeface="Segoe UI" panose="020B0502040204020203" pitchFamily="34" charset="0"/>
              </a:rPr>
              <a:t>CLICKS WITHOUT SALES</a:t>
            </a:r>
            <a:endParaRPr sz="2800" dirty="0">
              <a:solidFill>
                <a:schemeClr val="tx1">
                  <a:lumMod val="75000"/>
                  <a:lumOff val="25000"/>
                </a:schemeClr>
              </a:solidFill>
              <a:latin typeface="Segoe UI" panose="020B0502040204020203" pitchFamily="34" charset="0"/>
              <a:cs typeface="Segoe UI" panose="020B0502040204020203" pitchFamily="34" charset="0"/>
            </a:endParaRPr>
          </a:p>
        </p:txBody>
      </p:sp>
      <p:sp>
        <p:nvSpPr>
          <p:cNvPr id="17" name="Top Project Name">
            <a:extLst>
              <a:ext uri="{FF2B5EF4-FFF2-40B4-BE49-F238E27FC236}">
                <a16:creationId xmlns:a16="http://schemas.microsoft.com/office/drawing/2014/main" id="{44C1C211-6D38-0618-E2D9-EBF24B24AC40}"/>
              </a:ext>
            </a:extLst>
          </p:cNvPr>
          <p:cNvSpPr txBox="1"/>
          <p:nvPr/>
        </p:nvSpPr>
        <p:spPr>
          <a:xfrm>
            <a:off x="16117569" y="6388100"/>
            <a:ext cx="2773681" cy="53347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spAutoFit/>
          </a:bodyPr>
          <a:lstStyle>
            <a:lvl1pPr>
              <a:defRPr sz="2600" b="1">
                <a:solidFill>
                  <a:srgbClr val="151B3D"/>
                </a:solidFill>
                <a:latin typeface="OpenSans-Bold"/>
                <a:ea typeface="OpenSans-Bold"/>
                <a:cs typeface="OpenSans-Bold"/>
                <a:sym typeface="OpenSans-Bold"/>
              </a:defRPr>
            </a:lvl1pPr>
          </a:lstStyle>
          <a:p>
            <a:r>
              <a:rPr lang="en-US" sz="2800" dirty="0">
                <a:solidFill>
                  <a:schemeClr val="tx1">
                    <a:lumMod val="75000"/>
                    <a:lumOff val="25000"/>
                  </a:schemeClr>
                </a:solidFill>
                <a:latin typeface="Segoe UI" panose="020B0502040204020203" pitchFamily="34" charset="0"/>
                <a:cs typeface="Segoe UI" panose="020B0502040204020203" pitchFamily="34" charset="0"/>
              </a:rPr>
              <a:t>ZERO CLICKS</a:t>
            </a:r>
            <a:endParaRPr sz="2800" dirty="0">
              <a:solidFill>
                <a:schemeClr val="tx1">
                  <a:lumMod val="75000"/>
                  <a:lumOff val="25000"/>
                </a:schemeClr>
              </a:solidFill>
              <a:latin typeface="Segoe UI" panose="020B0502040204020203" pitchFamily="34" charset="0"/>
              <a:cs typeface="Segoe UI" panose="020B0502040204020203" pitchFamily="34" charset="0"/>
            </a:endParaRPr>
          </a:p>
        </p:txBody>
      </p:sp>
      <p:sp>
        <p:nvSpPr>
          <p:cNvPr id="21" name="Slide Number Placeholder 16">
            <a:extLst>
              <a:ext uri="{FF2B5EF4-FFF2-40B4-BE49-F238E27FC236}">
                <a16:creationId xmlns:a16="http://schemas.microsoft.com/office/drawing/2014/main" id="{70A2F504-81FD-9742-D33A-B87816FB47AC}"/>
              </a:ext>
            </a:extLst>
          </p:cNvPr>
          <p:cNvSpPr txBox="1">
            <a:spLocks/>
          </p:cNvSpPr>
          <p:nvPr/>
        </p:nvSpPr>
        <p:spPr>
          <a:xfrm>
            <a:off x="19514078" y="12208440"/>
            <a:ext cx="361314" cy="284693"/>
          </a:xfrm>
          <a:prstGeom prst="rect">
            <a:avLst/>
          </a:prstGeom>
        </p:spPr>
        <p:txBody>
          <a:bodyPr wrap="square" lIns="0" tIns="0" rIns="0" bIns="0">
            <a:spAutoFit/>
          </a:bodyPr>
          <a:lstStyle>
            <a:defPPr>
              <a:defRPr kern="0"/>
            </a:defPPr>
            <a:lvl1pPr>
              <a:defRPr sz="1850" b="1" i="0">
                <a:solidFill>
                  <a:srgbClr val="2A2E33"/>
                </a:solidFill>
                <a:latin typeface="Segoe UI"/>
                <a:cs typeface="Segoe UI"/>
              </a:defRPr>
            </a:lvl1pPr>
          </a:lstStyle>
          <a:p>
            <a:pPr marL="38100">
              <a:spcBef>
                <a:spcPts val="259"/>
              </a:spcBef>
            </a:pPr>
            <a:r>
              <a:rPr lang="en-IN" spc="-25" dirty="0">
                <a:latin typeface="Segoe UI" panose="020B0502040204020203" pitchFamily="34" charset="0"/>
                <a:cs typeface="Segoe UI" panose="020B0502040204020203" pitchFamily="34" charset="0"/>
              </a:rPr>
              <a:t>4</a:t>
            </a:r>
          </a:p>
        </p:txBody>
      </p:sp>
    </p:spTree>
    <p:extLst>
      <p:ext uri="{BB962C8B-B14F-4D97-AF65-F5344CB8AC3E}">
        <p14:creationId xmlns:p14="http://schemas.microsoft.com/office/powerpoint/2010/main" val="19144689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Picture 21" descr="A picture containing text, wall, electronics, screenshot&#10;&#10;Description automatically generated">
            <a:extLst>
              <a:ext uri="{FF2B5EF4-FFF2-40B4-BE49-F238E27FC236}">
                <a16:creationId xmlns:a16="http://schemas.microsoft.com/office/drawing/2014/main" id="{EC271080-3F96-89FD-D301-7F1227804A30}"/>
              </a:ext>
            </a:extLst>
          </p:cNvPr>
          <p:cNvPicPr>
            <a:picLocks noChangeAspect="1"/>
          </p:cNvPicPr>
          <p:nvPr/>
        </p:nvPicPr>
        <p:blipFill>
          <a:blip r:embed="rId2">
            <a:alphaModFix amt="41000"/>
            <a:extLst>
              <a:ext uri="{28A0092B-C50C-407E-A947-70E740481C1C}">
                <a14:useLocalDpi xmlns:a14="http://schemas.microsoft.com/office/drawing/2010/main" val="0"/>
              </a:ext>
            </a:extLst>
          </a:blip>
          <a:stretch>
            <a:fillRect/>
          </a:stretch>
        </p:blipFill>
        <p:spPr>
          <a:xfrm>
            <a:off x="14243050" y="8713323"/>
            <a:ext cx="6254085" cy="4187238"/>
          </a:xfrm>
          <a:prstGeom prst="rect">
            <a:avLst/>
          </a:prstGeom>
        </p:spPr>
      </p:pic>
      <p:sp>
        <p:nvSpPr>
          <p:cNvPr id="26" name="object 26"/>
          <p:cNvSpPr txBox="1">
            <a:spLocks noGrp="1"/>
          </p:cNvSpPr>
          <p:nvPr>
            <p:ph type="title"/>
          </p:nvPr>
        </p:nvSpPr>
        <p:spPr>
          <a:xfrm>
            <a:off x="1654757" y="779637"/>
            <a:ext cx="13669644" cy="630942"/>
          </a:xfrm>
          <a:prstGeom prst="rect">
            <a:avLst/>
          </a:prstGeom>
        </p:spPr>
        <p:txBody>
          <a:bodyPr vert="horz" wrap="square" lIns="0" tIns="15240" rIns="0" bIns="0" rtlCol="0">
            <a:spAutoFit/>
          </a:bodyPr>
          <a:lstStyle/>
          <a:p>
            <a:pPr marL="36195">
              <a:lnSpc>
                <a:spcPct val="100000"/>
              </a:lnSpc>
              <a:spcBef>
                <a:spcPts val="120"/>
              </a:spcBef>
            </a:pPr>
            <a:r>
              <a:rPr lang="en-US" sz="4000" spc="-10" dirty="0">
                <a:latin typeface="Segoe UI" panose="020B0502040204020203" pitchFamily="34" charset="0"/>
                <a:cs typeface="Segoe UI" panose="020B0502040204020203" pitchFamily="34" charset="0"/>
              </a:rPr>
              <a:t>Match Type Analysis – Sponsored Products</a:t>
            </a:r>
            <a:endParaRPr sz="4000" spc="-10" dirty="0">
              <a:latin typeface="Segoe UI" panose="020B0502040204020203" pitchFamily="34" charset="0"/>
              <a:cs typeface="Segoe UI" panose="020B0502040204020203" pitchFamily="34" charset="0"/>
            </a:endParaRPr>
          </a:p>
        </p:txBody>
      </p:sp>
      <p:sp>
        <p:nvSpPr>
          <p:cNvPr id="79" name="object 79"/>
          <p:cNvSpPr/>
          <p:nvPr/>
        </p:nvSpPr>
        <p:spPr>
          <a:xfrm>
            <a:off x="1667457" y="1838933"/>
            <a:ext cx="3784600" cy="154305"/>
          </a:xfrm>
          <a:custGeom>
            <a:avLst/>
            <a:gdLst/>
            <a:ahLst/>
            <a:cxnLst/>
            <a:rect l="l" t="t" r="r" b="b"/>
            <a:pathLst>
              <a:path w="3784600" h="154305">
                <a:moveTo>
                  <a:pt x="0" y="0"/>
                </a:moveTo>
                <a:lnTo>
                  <a:pt x="3784301" y="0"/>
                </a:lnTo>
                <a:lnTo>
                  <a:pt x="3784301" y="153737"/>
                </a:lnTo>
                <a:lnTo>
                  <a:pt x="0" y="153737"/>
                </a:lnTo>
                <a:lnTo>
                  <a:pt x="0" y="0"/>
                </a:lnTo>
                <a:close/>
              </a:path>
            </a:pathLst>
          </a:custGeom>
          <a:solidFill>
            <a:srgbClr val="FFCC1B"/>
          </a:solidFill>
        </p:spPr>
        <p:txBody>
          <a:bodyPr wrap="square" lIns="0" tIns="0" rIns="0" bIns="0" rtlCol="0"/>
          <a:lstStyle/>
          <a:p>
            <a:endParaRPr>
              <a:latin typeface="Segoe UI" panose="020B0502040204020203" pitchFamily="34" charset="0"/>
              <a:cs typeface="Segoe UI" panose="020B0502040204020203" pitchFamily="34" charset="0"/>
            </a:endParaRPr>
          </a:p>
        </p:txBody>
      </p:sp>
      <p:pic>
        <p:nvPicPr>
          <p:cNvPr id="80" name="Picture 79">
            <a:extLst>
              <a:ext uri="{FF2B5EF4-FFF2-40B4-BE49-F238E27FC236}">
                <a16:creationId xmlns:a16="http://schemas.microsoft.com/office/drawing/2014/main" id="{5F262C9D-D5FC-2981-76C4-B13D78FFBB1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991629" y="303787"/>
            <a:ext cx="2694313" cy="978913"/>
          </a:xfrm>
          <a:prstGeom prst="rect">
            <a:avLst/>
          </a:prstGeom>
        </p:spPr>
      </p:pic>
      <p:sp>
        <p:nvSpPr>
          <p:cNvPr id="21" name="TextBox 20">
            <a:extLst>
              <a:ext uri="{FF2B5EF4-FFF2-40B4-BE49-F238E27FC236}">
                <a16:creationId xmlns:a16="http://schemas.microsoft.com/office/drawing/2014/main" id="{F129D4C3-C313-621D-4509-CC9ED61ADB79}"/>
              </a:ext>
            </a:extLst>
          </p:cNvPr>
          <p:cNvSpPr txBox="1"/>
          <p:nvPr/>
        </p:nvSpPr>
        <p:spPr>
          <a:xfrm>
            <a:off x="1512571" y="2378832"/>
            <a:ext cx="14486826" cy="523220"/>
          </a:xfrm>
          <a:prstGeom prst="rect">
            <a:avLst/>
          </a:prstGeom>
          <a:noFill/>
        </p:spPr>
        <p:txBody>
          <a:bodyPr wrap="square">
            <a:spAutoFit/>
          </a:bodyPr>
          <a:lstStyle/>
          <a:p>
            <a:r>
              <a:rPr lang="en-IN" sz="2800" dirty="0">
                <a:latin typeface="Segoe UI" panose="020B0502040204020203" pitchFamily="34" charset="0"/>
                <a:cs typeface="Segoe UI" panose="020B0502040204020203" pitchFamily="34" charset="0"/>
              </a:rPr>
              <a:t>This report gives you insights into which match types are currently performing for you. </a:t>
            </a:r>
          </a:p>
        </p:txBody>
      </p:sp>
      <p:pic>
        <p:nvPicPr>
          <p:cNvPr id="14" name="object 78">
            <a:extLst>
              <a:ext uri="{FF2B5EF4-FFF2-40B4-BE49-F238E27FC236}">
                <a16:creationId xmlns:a16="http://schemas.microsoft.com/office/drawing/2014/main" id="{F54CE9AC-1298-F392-E949-BEB7D62F729C}"/>
              </a:ext>
            </a:extLst>
          </p:cNvPr>
          <p:cNvPicPr/>
          <p:nvPr/>
        </p:nvPicPr>
        <p:blipFill>
          <a:blip r:embed="rId4" cstate="print">
            <a:alphaModFix amt="35000"/>
          </a:blip>
          <a:stretch>
            <a:fillRect/>
          </a:stretch>
        </p:blipFill>
        <p:spPr>
          <a:xfrm>
            <a:off x="16248843" y="4387424"/>
            <a:ext cx="3855256" cy="8384591"/>
          </a:xfrm>
          <a:prstGeom prst="rect">
            <a:avLst/>
          </a:prstGeom>
        </p:spPr>
      </p:pic>
      <p:graphicFrame>
        <p:nvGraphicFramePr>
          <p:cNvPr id="17" name="Table 17">
            <a:extLst>
              <a:ext uri="{FF2B5EF4-FFF2-40B4-BE49-F238E27FC236}">
                <a16:creationId xmlns:a16="http://schemas.microsoft.com/office/drawing/2014/main" id="{7062B5BD-3FC5-D94B-1065-F63F509FDDF5}"/>
              </a:ext>
            </a:extLst>
          </p:cNvPr>
          <p:cNvGraphicFramePr>
            <a:graphicFrameLocks noGrp="1"/>
          </p:cNvGraphicFramePr>
          <p:nvPr>
            <p:extLst>
              <p:ext uri="{D42A27DB-BD31-4B8C-83A1-F6EECF244321}">
                <p14:modId xmlns:p14="http://schemas.microsoft.com/office/powerpoint/2010/main" val="171914735"/>
              </p:ext>
            </p:extLst>
          </p:nvPr>
        </p:nvGraphicFramePr>
        <p:xfrm>
          <a:off x="1654757" y="3359481"/>
          <a:ext cx="13402734" cy="8896019"/>
        </p:xfrm>
        <a:graphic>
          <a:graphicData uri="http://schemas.openxmlformats.org/drawingml/2006/table">
            <a:tbl>
              <a:tblPr firstRow="1" bandRow="1">
                <a:tableStyleId>{72833802-FEF1-4C79-8D5D-14CF1EAF98D9}</a:tableStyleId>
              </a:tblPr>
              <a:tblGrid>
                <a:gridCol w="2890644">
                  <a:extLst>
                    <a:ext uri="{9D8B030D-6E8A-4147-A177-3AD203B41FA5}">
                      <a16:colId xmlns:a16="http://schemas.microsoft.com/office/drawing/2014/main" val="1974703486"/>
                    </a:ext>
                  </a:extLst>
                </a:gridCol>
                <a:gridCol w="2110394">
                  <a:extLst>
                    <a:ext uri="{9D8B030D-6E8A-4147-A177-3AD203B41FA5}">
                      <a16:colId xmlns:a16="http://schemas.microsoft.com/office/drawing/2014/main" val="3662915069"/>
                    </a:ext>
                  </a:extLst>
                </a:gridCol>
                <a:gridCol w="2046442">
                  <a:extLst>
                    <a:ext uri="{9D8B030D-6E8A-4147-A177-3AD203B41FA5}">
                      <a16:colId xmlns:a16="http://schemas.microsoft.com/office/drawing/2014/main" val="638959755"/>
                    </a:ext>
                  </a:extLst>
                </a:gridCol>
                <a:gridCol w="2046442">
                  <a:extLst>
                    <a:ext uri="{9D8B030D-6E8A-4147-A177-3AD203B41FA5}">
                      <a16:colId xmlns:a16="http://schemas.microsoft.com/office/drawing/2014/main" val="2250413128"/>
                    </a:ext>
                  </a:extLst>
                </a:gridCol>
                <a:gridCol w="2154406">
                  <a:extLst>
                    <a:ext uri="{9D8B030D-6E8A-4147-A177-3AD203B41FA5}">
                      <a16:colId xmlns:a16="http://schemas.microsoft.com/office/drawing/2014/main" val="2228732227"/>
                    </a:ext>
                  </a:extLst>
                </a:gridCol>
                <a:gridCol w="2154406">
                  <a:extLst>
                    <a:ext uri="{9D8B030D-6E8A-4147-A177-3AD203B41FA5}">
                      <a16:colId xmlns:a16="http://schemas.microsoft.com/office/drawing/2014/main" val="3348614535"/>
                    </a:ext>
                  </a:extLst>
                </a:gridCol>
              </a:tblGrid>
              <a:tr h="1565507">
                <a:tc>
                  <a:txBody>
                    <a:bodyPr/>
                    <a:lstStyle/>
                    <a:p>
                      <a:endParaRPr lang="en-IN" dirty="0"/>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solidFill>
                  </a:tcPr>
                </a:tc>
                <a:tc>
                  <a:txBody>
                    <a:bodyPr/>
                    <a:lstStyle/>
                    <a:p>
                      <a:pPr algn="ctr"/>
                      <a:r>
                        <a:rPr lang="en-IN" sz="3600" b="1" dirty="0">
                          <a:solidFill>
                            <a:schemeClr val="tx1"/>
                          </a:solidFill>
                        </a:rPr>
                        <a:t>Broad</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4">
                        <a:lumMod val="60000"/>
                        <a:lumOff val="40000"/>
                      </a:schemeClr>
                    </a:solidFill>
                  </a:tcPr>
                </a:tc>
                <a:tc>
                  <a:txBody>
                    <a:bodyPr/>
                    <a:lstStyle/>
                    <a:p>
                      <a:pPr algn="ctr"/>
                      <a:r>
                        <a:rPr lang="en-IN" sz="3600" b="1" dirty="0">
                          <a:solidFill>
                            <a:schemeClr val="tx1"/>
                          </a:solidFill>
                        </a:rPr>
                        <a:t>Phrase</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4">
                        <a:lumMod val="60000"/>
                        <a:lumOff val="40000"/>
                      </a:schemeClr>
                    </a:solidFill>
                  </a:tcPr>
                </a:tc>
                <a:tc>
                  <a:txBody>
                    <a:bodyPr/>
                    <a:lstStyle/>
                    <a:p>
                      <a:pPr algn="ctr"/>
                      <a:r>
                        <a:rPr lang="en-IN" sz="3600" b="1" dirty="0">
                          <a:solidFill>
                            <a:schemeClr val="tx1"/>
                          </a:solidFill>
                        </a:rPr>
                        <a:t>Exact</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4">
                        <a:lumMod val="60000"/>
                        <a:lumOff val="40000"/>
                      </a:schemeClr>
                    </a:solidFill>
                  </a:tcPr>
                </a:tc>
                <a:tc>
                  <a:txBody>
                    <a:bodyPr/>
                    <a:lstStyle/>
                    <a:p>
                      <a:pPr algn="ctr"/>
                      <a:r>
                        <a:rPr lang="en-US" sz="3600" b="1" dirty="0">
                          <a:solidFill>
                            <a:schemeClr val="tx1"/>
                          </a:solidFill>
                        </a:rPr>
                        <a:t>A</a:t>
                      </a:r>
                      <a:r>
                        <a:rPr lang="en-IN" sz="3600" b="1" dirty="0">
                          <a:solidFill>
                            <a:schemeClr val="tx1"/>
                          </a:solidFill>
                        </a:rPr>
                        <a:t>SIN</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4">
                        <a:lumMod val="60000"/>
                        <a:lumOff val="40000"/>
                      </a:schemeClr>
                    </a:solidFill>
                  </a:tcPr>
                </a:tc>
                <a:tc>
                  <a:txBody>
                    <a:bodyPr/>
                    <a:lstStyle/>
                    <a:p>
                      <a:pPr algn="ctr"/>
                      <a:r>
                        <a:rPr lang="en-US" sz="3600" b="1" dirty="0">
                          <a:solidFill>
                            <a:schemeClr val="tx1"/>
                          </a:solidFill>
                        </a:rPr>
                        <a:t>Category</a:t>
                      </a:r>
                      <a:endParaRPr lang="en-IN" sz="3600" b="1" dirty="0">
                        <a:solidFill>
                          <a:schemeClr val="tx1"/>
                        </a:solidFill>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4">
                        <a:lumMod val="60000"/>
                        <a:lumOff val="40000"/>
                      </a:schemeClr>
                    </a:solidFill>
                  </a:tcPr>
                </a:tc>
                <a:extLst>
                  <a:ext uri="{0D108BD9-81ED-4DB2-BD59-A6C34878D82A}">
                    <a16:rowId xmlns:a16="http://schemas.microsoft.com/office/drawing/2014/main" val="1360457630"/>
                  </a:ext>
                </a:extLst>
              </a:tr>
              <a:tr h="1920312">
                <a:tc>
                  <a:txBody>
                    <a:bodyPr/>
                    <a:lstStyle/>
                    <a:p>
                      <a:pPr algn="ctr"/>
                      <a:endParaRPr lang="en-IN" sz="3200" b="1" dirty="0"/>
                    </a:p>
                    <a:p>
                      <a:pPr algn="ctr"/>
                      <a:r>
                        <a:rPr lang="en-IN" sz="3200" b="1" dirty="0"/>
                        <a:t>Number of Keywords</a:t>
                      </a: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FED52D"/>
                    </a:solidFill>
                  </a:tcPr>
                </a:tc>
                <a:tc>
                  <a:txBody>
                    <a:bodyPr wrap="square">
                      <a:noAutofit/>
                    </a:bodyPr>
                    <a:lstStyle/>
                    <a:p>
                      <a:r>
                        <a:rPr sz="2800"/>
                        <a:t>0</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FED52D"/>
                    </a:solidFill>
                  </a:tcPr>
                </a:tc>
                <a:tc>
                  <a:txBody>
                    <a:bodyPr wrap="square">
                      <a:noAutofit/>
                    </a:bodyPr>
                    <a:lstStyle/>
                    <a:p>
                      <a:r>
                        <a:rPr sz="2800"/>
                        <a:t>10</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FED52D"/>
                    </a:solidFill>
                  </a:tcPr>
                </a:tc>
                <a:tc>
                  <a:txBody>
                    <a:bodyPr wrap="square">
                      <a:noAutofit/>
                    </a:bodyPr>
                    <a:lstStyle/>
                    <a:p>
                      <a:r>
                        <a:rPr sz="2800"/>
                        <a:t>47</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FED52D"/>
                    </a:solidFill>
                  </a:tcPr>
                </a:tc>
                <a:tc>
                  <a:txBody>
                    <a:bodyPr wrap="square">
                      <a:noAutofit/>
                    </a:bodyPr>
                    <a:lstStyle/>
                    <a:p>
                      <a:r>
                        <a:rPr sz="2800"/>
                        <a:t>0</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FED52D"/>
                    </a:solidFill>
                  </a:tcPr>
                </a:tc>
                <a:tc>
                  <a:txBody>
                    <a:bodyPr wrap="square">
                      <a:noAutofit/>
                    </a:bodyPr>
                    <a:lstStyle/>
                    <a:p>
                      <a:r>
                        <a:rPr sz="2800"/>
                        <a:t>0</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FED52D"/>
                    </a:solidFill>
                  </a:tcPr>
                </a:tc>
                <a:extLst>
                  <a:ext uri="{0D108BD9-81ED-4DB2-BD59-A6C34878D82A}">
                    <a16:rowId xmlns:a16="http://schemas.microsoft.com/office/drawing/2014/main" val="677899874"/>
                  </a:ext>
                </a:extLst>
              </a:tr>
              <a:tr h="1524000">
                <a:tc>
                  <a:txBody>
                    <a:bodyPr/>
                    <a:lstStyle/>
                    <a:p>
                      <a:pPr algn="ctr"/>
                      <a:endParaRPr lang="en-IN" sz="3200" b="1" dirty="0"/>
                    </a:p>
                    <a:p>
                      <a:pPr algn="ctr"/>
                      <a:r>
                        <a:rPr lang="en-IN" sz="3200" b="1" dirty="0" err="1"/>
                        <a:t>ACoS</a:t>
                      </a:r>
                      <a:endParaRPr lang="en-IN" sz="3200" b="1" dirty="0"/>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E2675A"/>
                    </a:solidFill>
                  </a:tcPr>
                </a:tc>
                <a:tc>
                  <a:txBody>
                    <a:bodyPr wrap="square">
                      <a:noAutofit/>
                    </a:bodyPr>
                    <a:lstStyle/>
                    <a:p>
                      <a:r>
                        <a:rPr sz="2800"/>
                        <a:t>0%</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E2675A"/>
                    </a:solidFill>
                  </a:tcPr>
                </a:tc>
                <a:tc>
                  <a:txBody>
                    <a:bodyPr wrap="square">
                      <a:noAutofit/>
                    </a:bodyPr>
                    <a:lstStyle/>
                    <a:p>
                      <a:r>
                        <a:rPr sz="2800"/>
                        <a:t>58.0%</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E2675A"/>
                    </a:solidFill>
                  </a:tcPr>
                </a:tc>
                <a:tc>
                  <a:txBody>
                    <a:bodyPr wrap="square">
                      <a:noAutofit/>
                    </a:bodyPr>
                    <a:lstStyle/>
                    <a:p>
                      <a:r>
                        <a:rPr sz="2800"/>
                        <a:t>66.0%</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E2675A"/>
                    </a:solidFill>
                  </a:tcPr>
                </a:tc>
                <a:tc>
                  <a:txBody>
                    <a:bodyPr wrap="square">
                      <a:noAutofit/>
                    </a:bodyPr>
                    <a:lstStyle/>
                    <a:p>
                      <a:r>
                        <a:rPr sz="2800"/>
                        <a:t>0%</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E2675A"/>
                    </a:solidFill>
                  </a:tcPr>
                </a:tc>
                <a:tc>
                  <a:txBody>
                    <a:bodyPr wrap="square">
                      <a:noAutofit/>
                    </a:bodyPr>
                    <a:lstStyle/>
                    <a:p>
                      <a:r>
                        <a:rPr sz="2800"/>
                        <a:t>0%</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E2675A"/>
                    </a:solidFill>
                  </a:tcPr>
                </a:tc>
                <a:extLst>
                  <a:ext uri="{0D108BD9-81ED-4DB2-BD59-A6C34878D82A}">
                    <a16:rowId xmlns:a16="http://schemas.microsoft.com/office/drawing/2014/main" val="1289628341"/>
                  </a:ext>
                </a:extLst>
              </a:tr>
              <a:tr h="1905000">
                <a:tc>
                  <a:txBody>
                    <a:bodyPr/>
                    <a:lstStyle/>
                    <a:p>
                      <a:pPr algn="ctr"/>
                      <a:endParaRPr lang="en-IN" sz="3200" b="1" dirty="0"/>
                    </a:p>
                    <a:p>
                      <a:pPr algn="ctr"/>
                      <a:r>
                        <a:rPr lang="en-IN" sz="3200" b="1" dirty="0"/>
                        <a:t>Sales </a:t>
                      </a:r>
                    </a:p>
                    <a:p>
                      <a:pPr algn="ctr"/>
                      <a:r>
                        <a:rPr lang="en-IN" sz="2400" b="1" dirty="0"/>
                        <a:t>(Local Currency)</a:t>
                      </a: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C7EBFC"/>
                    </a:solidFill>
                  </a:tcPr>
                </a:tc>
                <a:tc>
                  <a:txBody>
                    <a:bodyPr wrap="square">
                      <a:noAutofit/>
                    </a:bodyPr>
                    <a:lstStyle/>
                    <a:p>
                      <a:r>
                        <a:rPr sz="2800"/>
                        <a:t>$0</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C7EBFC"/>
                    </a:solidFill>
                  </a:tcPr>
                </a:tc>
                <a:tc>
                  <a:txBody>
                    <a:bodyPr wrap="square">
                      <a:noAutofit/>
                    </a:bodyPr>
                    <a:lstStyle/>
                    <a:p>
                      <a:r>
                        <a:rPr sz="2800"/>
                        <a:t>$983.4</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C7EBFC"/>
                    </a:solidFill>
                  </a:tcPr>
                </a:tc>
                <a:tc>
                  <a:txBody>
                    <a:bodyPr wrap="square">
                      <a:noAutofit/>
                    </a:bodyPr>
                    <a:lstStyle/>
                    <a:p>
                      <a:r>
                        <a:rPr sz="2800"/>
                        <a:t>$323.84</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C7EBFC"/>
                    </a:solidFill>
                  </a:tcPr>
                </a:tc>
                <a:tc>
                  <a:txBody>
                    <a:bodyPr wrap="square">
                      <a:noAutofit/>
                    </a:bodyPr>
                    <a:lstStyle/>
                    <a:p>
                      <a:r>
                        <a:rPr sz="2800"/>
                        <a:t>$0</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C7EBFC"/>
                    </a:solidFill>
                  </a:tcPr>
                </a:tc>
                <a:tc>
                  <a:txBody>
                    <a:bodyPr wrap="square">
                      <a:noAutofit/>
                    </a:bodyPr>
                    <a:lstStyle/>
                    <a:p>
                      <a:r>
                        <a:rPr sz="2800"/>
                        <a:t>$0</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C7EBFC"/>
                    </a:solidFill>
                  </a:tcPr>
                </a:tc>
                <a:extLst>
                  <a:ext uri="{0D108BD9-81ED-4DB2-BD59-A6C34878D82A}">
                    <a16:rowId xmlns:a16="http://schemas.microsoft.com/office/drawing/2014/main" val="3791212526"/>
                  </a:ext>
                </a:extLst>
              </a:tr>
              <a:tr h="1950720">
                <a:tc>
                  <a:txBody>
                    <a:bodyPr/>
                    <a:lstStyle/>
                    <a:p>
                      <a:pPr algn="ctr"/>
                      <a:endParaRPr lang="en-US" sz="3200" b="1" dirty="0"/>
                    </a:p>
                    <a:p>
                      <a:pPr algn="ctr"/>
                      <a:r>
                        <a:rPr lang="en-US" sz="3200" b="1" dirty="0"/>
                        <a:t>Ineffective Ad Spend </a:t>
                      </a:r>
                      <a:r>
                        <a:rPr lang="en-US" sz="2400" b="1" dirty="0"/>
                        <a:t>(Clicks No Sales)</a:t>
                      </a:r>
                      <a:endParaRPr lang="en-IN" sz="2400" b="1" dirty="0"/>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85000"/>
                      </a:schemeClr>
                    </a:solidFill>
                  </a:tcPr>
                </a:tc>
                <a:tc>
                  <a:txBody>
                    <a:bodyPr wrap="square">
                      <a:noAutofit/>
                    </a:bodyPr>
                    <a:lstStyle/>
                    <a:p>
                      <a:r>
                        <a:rPr sz="2800"/>
                        <a:t>$0</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85000"/>
                      </a:schemeClr>
                    </a:solidFill>
                  </a:tcPr>
                </a:tc>
                <a:tc>
                  <a:txBody>
                    <a:bodyPr wrap="square">
                      <a:noAutofit/>
                    </a:bodyPr>
                    <a:lstStyle/>
                    <a:p>
                      <a:r>
                        <a:rPr sz="2800"/>
                        <a:t>$46.42</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85000"/>
                      </a:schemeClr>
                    </a:solidFill>
                  </a:tcPr>
                </a:tc>
                <a:tc>
                  <a:txBody>
                    <a:bodyPr wrap="square">
                      <a:noAutofit/>
                    </a:bodyPr>
                    <a:lstStyle/>
                    <a:p>
                      <a:r>
                        <a:rPr sz="2800"/>
                        <a:t>$103.53</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85000"/>
                      </a:schemeClr>
                    </a:solidFill>
                  </a:tcPr>
                </a:tc>
                <a:tc>
                  <a:txBody>
                    <a:bodyPr wrap="square">
                      <a:noAutofit/>
                    </a:bodyPr>
                    <a:lstStyle/>
                    <a:p>
                      <a:r>
                        <a:rPr sz="2800"/>
                        <a:t>$0</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85000"/>
                      </a:schemeClr>
                    </a:solidFill>
                  </a:tcPr>
                </a:tc>
                <a:tc>
                  <a:txBody>
                    <a:bodyPr wrap="square">
                      <a:noAutofit/>
                    </a:bodyPr>
                    <a:lstStyle/>
                    <a:p>
                      <a:r>
                        <a:rPr sz="2800"/>
                        <a:t>$0</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472674253"/>
                  </a:ext>
                </a:extLst>
              </a:tr>
            </a:tbl>
          </a:graphicData>
        </a:graphic>
      </p:graphicFrame>
      <p:sp>
        <p:nvSpPr>
          <p:cNvPr id="3" name="Slide Number Placeholder 16">
            <a:extLst>
              <a:ext uri="{FF2B5EF4-FFF2-40B4-BE49-F238E27FC236}">
                <a16:creationId xmlns:a16="http://schemas.microsoft.com/office/drawing/2014/main" id="{3A136E3A-913C-BE13-3B5B-D5A572FA7ACC}"/>
              </a:ext>
            </a:extLst>
          </p:cNvPr>
          <p:cNvSpPr>
            <a:spLocks noGrp="1"/>
          </p:cNvSpPr>
          <p:nvPr>
            <p:ph type="sldNum" sz="quarter" idx="7"/>
          </p:nvPr>
        </p:nvSpPr>
        <p:spPr>
          <a:xfrm>
            <a:off x="19514078" y="12208440"/>
            <a:ext cx="361314" cy="284693"/>
          </a:xfrm>
        </p:spPr>
        <p:txBody>
          <a:bodyPr/>
          <a:lstStyle/>
          <a:p>
            <a:pPr marL="38100">
              <a:lnSpc>
                <a:spcPct val="100000"/>
              </a:lnSpc>
              <a:spcBef>
                <a:spcPts val="259"/>
              </a:spcBef>
            </a:pPr>
            <a:r>
              <a:rPr lang="en-IN" spc="-25" dirty="0">
                <a:latin typeface="Segoe UI" panose="020B0502040204020203" pitchFamily="34" charset="0"/>
                <a:cs typeface="Segoe UI" panose="020B0502040204020203" pitchFamily="34" charset="0"/>
              </a:rPr>
              <a:t>5</a:t>
            </a:r>
          </a:p>
        </p:txBody>
      </p:sp>
      <p:sp>
        <p:nvSpPr>
          <p:cNvPr id="2" name="object 18">
            <a:extLst>
              <a:ext uri="{FF2B5EF4-FFF2-40B4-BE49-F238E27FC236}">
                <a16:creationId xmlns:a16="http://schemas.microsoft.com/office/drawing/2014/main" id="{91052D43-F5A9-8027-92D1-405251D52BFC}"/>
              </a:ext>
            </a:extLst>
          </p:cNvPr>
          <p:cNvSpPr txBox="1">
            <a:spLocks/>
          </p:cNvSpPr>
          <p:nvPr/>
        </p:nvSpPr>
        <p:spPr>
          <a:xfrm>
            <a:off x="11347450" y="2902052"/>
            <a:ext cx="2713874" cy="323165"/>
          </a:xfrm>
          <a:prstGeom prst="rect">
            <a:avLst/>
          </a:prstGeom>
        </p:spPr>
        <p:txBody>
          <a:bodyPr vert="horz" wrap="square" lIns="0" tIns="15240" rIns="0" bIns="0" rtlCol="0">
            <a:spAutoFit/>
          </a:bodyPr>
          <a:lstStyle>
            <a:lvl1pPr>
              <a:defRPr sz="5100" b="1" i="0">
                <a:solidFill>
                  <a:srgbClr val="2A2E33"/>
                </a:solidFill>
                <a:latin typeface="Segoe UI"/>
                <a:ea typeface="+mj-ea"/>
                <a:cs typeface="Segoe UI"/>
              </a:defRPr>
            </a:lvl1pPr>
          </a:lstStyle>
          <a:p>
            <a:pPr marL="12700">
              <a:spcBef>
                <a:spcPts val="120"/>
              </a:spcBef>
            </a:pPr>
            <a:r>
              <a:rPr lang="en-US" sz="2000" dirty="0">
                <a:solidFill>
                  <a:schemeClr val="bg1"/>
                </a:solidFill>
              </a:rPr>
              <a:t>MATCH_TYPE_TABLE</a:t>
            </a:r>
            <a:endParaRPr lang="en-US" sz="2000" spc="-10" dirty="0">
              <a:solidFill>
                <a:schemeClr val="bg1"/>
              </a:solidFill>
            </a:endParaRPr>
          </a:p>
        </p:txBody>
      </p:sp>
    </p:spTree>
    <p:extLst>
      <p:ext uri="{BB962C8B-B14F-4D97-AF65-F5344CB8AC3E}">
        <p14:creationId xmlns:p14="http://schemas.microsoft.com/office/powerpoint/2010/main" val="30879781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7" name="object 17">
            <a:extLst>
              <a:ext uri="{FF2B5EF4-FFF2-40B4-BE49-F238E27FC236}">
                <a16:creationId xmlns:a16="http://schemas.microsoft.com/office/drawing/2014/main" id="{4B120224-85F0-B8C4-A462-77AC09CE4265}"/>
              </a:ext>
            </a:extLst>
          </p:cNvPr>
          <p:cNvGrpSpPr/>
          <p:nvPr/>
        </p:nvGrpSpPr>
        <p:grpSpPr>
          <a:xfrm>
            <a:off x="1478507" y="8719939"/>
            <a:ext cx="12049554" cy="3238938"/>
            <a:chOff x="-6032" y="8053346"/>
            <a:chExt cx="15664180" cy="4139565"/>
          </a:xfrm>
        </p:grpSpPr>
        <p:pic>
          <p:nvPicPr>
            <p:cNvPr id="28" name="object 18">
              <a:extLst>
                <a:ext uri="{FF2B5EF4-FFF2-40B4-BE49-F238E27FC236}">
                  <a16:creationId xmlns:a16="http://schemas.microsoft.com/office/drawing/2014/main" id="{D978942C-51AC-017D-06EC-AED3BC0E217C}"/>
                </a:ext>
              </a:extLst>
            </p:cNvPr>
            <p:cNvPicPr/>
            <p:nvPr/>
          </p:nvPicPr>
          <p:blipFill>
            <a:blip r:embed="rId2" cstate="print"/>
            <a:stretch>
              <a:fillRect/>
            </a:stretch>
          </p:blipFill>
          <p:spPr>
            <a:xfrm>
              <a:off x="0" y="8059378"/>
              <a:ext cx="15651632" cy="4127253"/>
            </a:xfrm>
            <a:prstGeom prst="rect">
              <a:avLst/>
            </a:prstGeom>
          </p:spPr>
        </p:pic>
        <p:sp>
          <p:nvSpPr>
            <p:cNvPr id="29" name="object 19">
              <a:extLst>
                <a:ext uri="{FF2B5EF4-FFF2-40B4-BE49-F238E27FC236}">
                  <a16:creationId xmlns:a16="http://schemas.microsoft.com/office/drawing/2014/main" id="{4CA5984E-134D-AC80-0A48-6DA4CE1A70D9}"/>
                </a:ext>
              </a:extLst>
            </p:cNvPr>
            <p:cNvSpPr/>
            <p:nvPr/>
          </p:nvSpPr>
          <p:spPr>
            <a:xfrm>
              <a:off x="0" y="8059378"/>
              <a:ext cx="15652115" cy="4127500"/>
            </a:xfrm>
            <a:custGeom>
              <a:avLst/>
              <a:gdLst/>
              <a:ahLst/>
              <a:cxnLst/>
              <a:rect l="l" t="t" r="r" b="b"/>
              <a:pathLst>
                <a:path w="15652115" h="4127500">
                  <a:moveTo>
                    <a:pt x="0" y="0"/>
                  </a:moveTo>
                  <a:lnTo>
                    <a:pt x="15651633" y="0"/>
                  </a:lnTo>
                  <a:lnTo>
                    <a:pt x="15651633" y="4127253"/>
                  </a:lnTo>
                  <a:lnTo>
                    <a:pt x="0" y="4127253"/>
                  </a:lnTo>
                </a:path>
              </a:pathLst>
            </a:custGeom>
            <a:ln w="11825">
              <a:solidFill>
                <a:srgbClr val="FFCC1B"/>
              </a:solidFill>
            </a:ln>
          </p:spPr>
          <p:txBody>
            <a:bodyPr wrap="square" lIns="0" tIns="0" rIns="0" bIns="0" rtlCol="0"/>
            <a:lstStyle/>
            <a:p>
              <a:endParaRPr>
                <a:latin typeface="Segoe UI" panose="020B0502040204020203" pitchFamily="34" charset="0"/>
                <a:cs typeface="Segoe UI" panose="020B0502040204020203" pitchFamily="34" charset="0"/>
              </a:endParaRPr>
            </a:p>
          </p:txBody>
        </p:sp>
      </p:grpSp>
      <p:pic>
        <p:nvPicPr>
          <p:cNvPr id="26" name="Picture 25" descr="A picture containing text&#10;&#10;Description automatically generated">
            <a:extLst>
              <a:ext uri="{FF2B5EF4-FFF2-40B4-BE49-F238E27FC236}">
                <a16:creationId xmlns:a16="http://schemas.microsoft.com/office/drawing/2014/main" id="{52B1CD01-B389-C57C-4BD8-781BB8BA7B5A}"/>
              </a:ext>
            </a:extLst>
          </p:cNvPr>
          <p:cNvPicPr>
            <a:picLocks noChangeAspect="1"/>
          </p:cNvPicPr>
          <p:nvPr/>
        </p:nvPicPr>
        <p:blipFill>
          <a:blip r:embed="rId3">
            <a:alphaModFix amt="11000"/>
            <a:extLst>
              <a:ext uri="{28A0092B-C50C-407E-A947-70E740481C1C}">
                <a14:useLocalDpi xmlns:a14="http://schemas.microsoft.com/office/drawing/2010/main" val="0"/>
              </a:ext>
            </a:extLst>
          </a:blip>
          <a:stretch>
            <a:fillRect/>
          </a:stretch>
        </p:blipFill>
        <p:spPr>
          <a:xfrm>
            <a:off x="13488114" y="7824581"/>
            <a:ext cx="6927135" cy="4951619"/>
          </a:xfrm>
          <a:prstGeom prst="rect">
            <a:avLst/>
          </a:prstGeom>
        </p:spPr>
      </p:pic>
      <p:sp>
        <p:nvSpPr>
          <p:cNvPr id="18" name="object 18"/>
          <p:cNvSpPr txBox="1">
            <a:spLocks noGrp="1"/>
          </p:cNvSpPr>
          <p:nvPr>
            <p:ph type="title"/>
          </p:nvPr>
        </p:nvSpPr>
        <p:spPr>
          <a:xfrm>
            <a:off x="1654757" y="779637"/>
            <a:ext cx="13669644" cy="630942"/>
          </a:xfrm>
          <a:prstGeom prst="rect">
            <a:avLst/>
          </a:prstGeom>
        </p:spPr>
        <p:txBody>
          <a:bodyPr vert="horz" wrap="square" lIns="0" tIns="15240" rIns="0" bIns="0" rtlCol="0">
            <a:spAutoFit/>
          </a:bodyPr>
          <a:lstStyle/>
          <a:p>
            <a:pPr marL="12700">
              <a:lnSpc>
                <a:spcPct val="100000"/>
              </a:lnSpc>
              <a:spcBef>
                <a:spcPts val="120"/>
              </a:spcBef>
            </a:pPr>
            <a:r>
              <a:rPr lang="en-US" sz="4000" dirty="0">
                <a:latin typeface="Segoe UI" panose="020B0502040204020203" pitchFamily="34" charset="0"/>
                <a:cs typeface="Segoe UI" panose="020B0502040204020203" pitchFamily="34" charset="0"/>
              </a:rPr>
              <a:t>Campaign</a:t>
            </a:r>
            <a:r>
              <a:rPr sz="4000" spc="-150" dirty="0">
                <a:latin typeface="Segoe UI" panose="020B0502040204020203" pitchFamily="34" charset="0"/>
                <a:cs typeface="Segoe UI" panose="020B0502040204020203" pitchFamily="34" charset="0"/>
              </a:rPr>
              <a:t> </a:t>
            </a:r>
            <a:r>
              <a:rPr sz="4000" spc="-10" dirty="0">
                <a:latin typeface="Segoe UI" panose="020B0502040204020203" pitchFamily="34" charset="0"/>
                <a:cs typeface="Segoe UI" panose="020B0502040204020203" pitchFamily="34" charset="0"/>
              </a:rPr>
              <a:t>Analysis</a:t>
            </a:r>
            <a:r>
              <a:rPr lang="en-US" sz="4000" spc="-10" dirty="0">
                <a:latin typeface="Segoe UI" panose="020B0502040204020203" pitchFamily="34" charset="0"/>
                <a:cs typeface="Segoe UI" panose="020B0502040204020203" pitchFamily="34" charset="0"/>
              </a:rPr>
              <a:t> – Sponsored Products</a:t>
            </a:r>
            <a:endParaRPr sz="4000" spc="-10" dirty="0">
              <a:latin typeface="Segoe UI" panose="020B0502040204020203" pitchFamily="34" charset="0"/>
              <a:cs typeface="Segoe UI" panose="020B0502040204020203" pitchFamily="34" charset="0"/>
            </a:endParaRPr>
          </a:p>
        </p:txBody>
      </p:sp>
      <p:sp>
        <p:nvSpPr>
          <p:cNvPr id="20" name="object 20"/>
          <p:cNvSpPr txBox="1"/>
          <p:nvPr/>
        </p:nvSpPr>
        <p:spPr>
          <a:xfrm>
            <a:off x="1773861" y="9568140"/>
            <a:ext cx="11403103" cy="1352743"/>
          </a:xfrm>
          <a:prstGeom prst="rect">
            <a:avLst/>
          </a:prstGeom>
        </p:spPr>
        <p:txBody>
          <a:bodyPr vert="horz" wrap="square" lIns="0" tIns="13335" rIns="0" bIns="0" rtlCol="0">
            <a:spAutoFit/>
          </a:bodyPr>
          <a:lstStyle/>
          <a:p>
            <a:pPr marL="469900" marR="5080" indent="-457200">
              <a:lnSpc>
                <a:spcPct val="125400"/>
              </a:lnSpc>
              <a:spcBef>
                <a:spcPts val="5"/>
              </a:spcBef>
              <a:buFont typeface="Arial" panose="020B0604020202020204" pitchFamily="34" charset="0"/>
              <a:buChar char="•"/>
            </a:pPr>
            <a:r>
              <a:rPr sz="2400">
                <a:solidFill>
                  <a:srgbClr val="FFFFFF"/>
                </a:solidFill>
              </a:rPr>
              <a:t>Converting campaigns below the target ACoS: 37</a:t>
            </a:r>
          </a:p>
          <a:p>
            <a:pPr marL="469900" marR="5080" indent="-457200">
              <a:lnSpc>
                <a:spcPct val="125400"/>
              </a:lnSpc>
              <a:spcBef>
                <a:spcPts val="5"/>
              </a:spcBef>
              <a:buFont typeface="Arial" panose="020B0604020202020204" pitchFamily="34" charset="0"/>
              <a:buChar char="•"/>
            </a:pPr>
            <a:r>
              <a:rPr sz="2400">
                <a:solidFill>
                  <a:srgbClr val="FFFFFF"/>
                </a:solidFill>
              </a:rPr>
              <a:t>Converting campaigns above the target ACoS: 11</a:t>
            </a:r>
          </a:p>
          <a:p>
            <a:pPr marL="469900" marR="5080" indent="-457200">
              <a:lnSpc>
                <a:spcPct val="125400"/>
              </a:lnSpc>
              <a:spcBef>
                <a:spcPts val="5"/>
              </a:spcBef>
              <a:buFont typeface="Arial" panose="020B0604020202020204" pitchFamily="34" charset="0"/>
              <a:buChar char="•"/>
            </a:pPr>
            <a:r>
              <a:rPr sz="2400">
                <a:solidFill>
                  <a:srgbClr val="FFFFFF"/>
                </a:solidFill>
              </a:rPr>
              <a:t>Enabled non converting campaigns: 559</a:t>
            </a:r>
          </a:p>
        </p:txBody>
      </p:sp>
      <p:sp>
        <p:nvSpPr>
          <p:cNvPr id="21" name="object 21"/>
          <p:cNvSpPr/>
          <p:nvPr/>
        </p:nvSpPr>
        <p:spPr>
          <a:xfrm>
            <a:off x="1667457" y="1838933"/>
            <a:ext cx="4139565" cy="154305"/>
          </a:xfrm>
          <a:custGeom>
            <a:avLst/>
            <a:gdLst/>
            <a:ahLst/>
            <a:cxnLst/>
            <a:rect l="l" t="t" r="r" b="b"/>
            <a:pathLst>
              <a:path w="4139565" h="154305">
                <a:moveTo>
                  <a:pt x="0" y="0"/>
                </a:moveTo>
                <a:lnTo>
                  <a:pt x="4139079" y="0"/>
                </a:lnTo>
                <a:lnTo>
                  <a:pt x="4139079" y="153737"/>
                </a:lnTo>
                <a:lnTo>
                  <a:pt x="0" y="153737"/>
                </a:lnTo>
                <a:lnTo>
                  <a:pt x="0" y="0"/>
                </a:lnTo>
                <a:close/>
              </a:path>
            </a:pathLst>
          </a:custGeom>
          <a:solidFill>
            <a:srgbClr val="FFCC1B"/>
          </a:solidFill>
        </p:spPr>
        <p:txBody>
          <a:bodyPr wrap="square" lIns="0" tIns="0" rIns="0" bIns="0" rtlCol="0"/>
          <a:lstStyle/>
          <a:p>
            <a:endParaRPr>
              <a:latin typeface="Segoe UI" panose="020B0502040204020203" pitchFamily="34" charset="0"/>
              <a:cs typeface="Segoe UI" panose="020B0502040204020203" pitchFamily="34" charset="0"/>
            </a:endParaRPr>
          </a:p>
        </p:txBody>
      </p:sp>
      <p:pic>
        <p:nvPicPr>
          <p:cNvPr id="48" name="Picture 47">
            <a:extLst>
              <a:ext uri="{FF2B5EF4-FFF2-40B4-BE49-F238E27FC236}">
                <a16:creationId xmlns:a16="http://schemas.microsoft.com/office/drawing/2014/main" id="{A48E2B2C-25A1-89EE-819A-7865CFB074A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6991629" y="303787"/>
            <a:ext cx="2694313" cy="978913"/>
          </a:xfrm>
          <a:prstGeom prst="rect">
            <a:avLst/>
          </a:prstGeom>
        </p:spPr>
      </p:pic>
      <p:sp>
        <p:nvSpPr>
          <p:cNvPr id="4" name="Rectangle 3">
            <a:extLst>
              <a:ext uri="{FF2B5EF4-FFF2-40B4-BE49-F238E27FC236}">
                <a16:creationId xmlns:a16="http://schemas.microsoft.com/office/drawing/2014/main" id="{B1D33726-2D9F-3959-E41E-D38120732077}"/>
              </a:ext>
            </a:extLst>
          </p:cNvPr>
          <p:cNvSpPr/>
          <p:nvPr/>
        </p:nvSpPr>
        <p:spPr>
          <a:xfrm>
            <a:off x="1478508" y="2186187"/>
            <a:ext cx="13069342" cy="628419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Segoe UI" panose="020B0502040204020203" pitchFamily="34" charset="0"/>
              <a:cs typeface="Segoe UI" panose="020B0502040204020203" pitchFamily="34" charset="0"/>
            </a:endParaRPr>
          </a:p>
        </p:txBody>
      </p:sp>
      <p:pic>
        <p:nvPicPr>
          <p:cNvPr id="23" name="object 78">
            <a:extLst>
              <a:ext uri="{FF2B5EF4-FFF2-40B4-BE49-F238E27FC236}">
                <a16:creationId xmlns:a16="http://schemas.microsoft.com/office/drawing/2014/main" id="{8288DEA7-84D7-CD6A-6F9C-A85E707B4F3D}"/>
              </a:ext>
            </a:extLst>
          </p:cNvPr>
          <p:cNvPicPr/>
          <p:nvPr/>
        </p:nvPicPr>
        <p:blipFill>
          <a:blip r:embed="rId5" cstate="print">
            <a:alphaModFix amt="35000"/>
          </a:blip>
          <a:stretch>
            <a:fillRect/>
          </a:stretch>
        </p:blipFill>
        <p:spPr>
          <a:xfrm>
            <a:off x="16248843" y="4387424"/>
            <a:ext cx="3855256" cy="8384591"/>
          </a:xfrm>
          <a:prstGeom prst="rect">
            <a:avLst/>
          </a:prstGeom>
        </p:spPr>
      </p:pic>
      <p:graphicFrame>
        <p:nvGraphicFramePr>
          <p:cNvPr id="2" name="Chart 1">
            <a:extLst>
              <a:ext uri="{FF2B5EF4-FFF2-40B4-BE49-F238E27FC236}">
                <a16:creationId xmlns:a16="http://schemas.microsoft.com/office/drawing/2014/main" id="{2453F3CC-D257-27A6-C162-C205E68E65D4}"/>
              </a:ext>
            </a:extLst>
          </p:cNvPr>
          <p:cNvGraphicFramePr/>
          <p:nvPr>
            <p:extLst>
              <p:ext uri="{D42A27DB-BD31-4B8C-83A1-F6EECF244321}">
                <p14:modId xmlns:p14="http://schemas.microsoft.com/office/powerpoint/2010/main" val="1300400731"/>
              </p:ext>
            </p:extLst>
          </p:nvPr>
        </p:nvGraphicFramePr>
        <p:xfrm>
          <a:off x="1489447" y="2254061"/>
          <a:ext cx="12753603" cy="6216316"/>
        </p:xfrm>
        <a:graphic>
          <a:graphicData uri="http://schemas.openxmlformats.org/drawingml/2006/chart">
            <c:chart xmlns:c="http://schemas.openxmlformats.org/drawingml/2006/chart" xmlns:r="http://schemas.openxmlformats.org/officeDocument/2006/relationships" r:id="rId6"/>
          </a:graphicData>
        </a:graphic>
      </p:graphicFrame>
      <p:sp>
        <p:nvSpPr>
          <p:cNvPr id="5" name="Slide Number Placeholder 16">
            <a:extLst>
              <a:ext uri="{FF2B5EF4-FFF2-40B4-BE49-F238E27FC236}">
                <a16:creationId xmlns:a16="http://schemas.microsoft.com/office/drawing/2014/main" id="{D3FBDFE5-DC98-4B8D-046D-1BB56618D12E}"/>
              </a:ext>
            </a:extLst>
          </p:cNvPr>
          <p:cNvSpPr>
            <a:spLocks noGrp="1"/>
          </p:cNvSpPr>
          <p:nvPr>
            <p:ph type="sldNum" sz="quarter" idx="7"/>
          </p:nvPr>
        </p:nvSpPr>
        <p:spPr>
          <a:xfrm>
            <a:off x="19514078" y="12208440"/>
            <a:ext cx="361314" cy="284693"/>
          </a:xfrm>
        </p:spPr>
        <p:txBody>
          <a:bodyPr/>
          <a:lstStyle/>
          <a:p>
            <a:pPr marL="38100">
              <a:lnSpc>
                <a:spcPct val="100000"/>
              </a:lnSpc>
              <a:spcBef>
                <a:spcPts val="259"/>
              </a:spcBef>
            </a:pPr>
            <a:r>
              <a:rPr lang="en-IN" spc="-25" dirty="0">
                <a:latin typeface="Segoe UI" panose="020B0502040204020203" pitchFamily="34" charset="0"/>
                <a:cs typeface="Segoe UI" panose="020B0502040204020203" pitchFamily="34" charset="0"/>
              </a:rPr>
              <a:t>6</a:t>
            </a:r>
          </a:p>
        </p:txBody>
      </p:sp>
      <p:sp>
        <p:nvSpPr>
          <p:cNvPr id="3" name="object 18">
            <a:extLst>
              <a:ext uri="{FF2B5EF4-FFF2-40B4-BE49-F238E27FC236}">
                <a16:creationId xmlns:a16="http://schemas.microsoft.com/office/drawing/2014/main" id="{428D773D-1974-843A-8B7A-46B8A9B37218}"/>
              </a:ext>
            </a:extLst>
          </p:cNvPr>
          <p:cNvSpPr txBox="1">
            <a:spLocks/>
          </p:cNvSpPr>
          <p:nvPr/>
        </p:nvSpPr>
        <p:spPr>
          <a:xfrm>
            <a:off x="10509250" y="2345704"/>
            <a:ext cx="3436064" cy="323165"/>
          </a:xfrm>
          <a:prstGeom prst="rect">
            <a:avLst/>
          </a:prstGeom>
        </p:spPr>
        <p:txBody>
          <a:bodyPr vert="horz" wrap="square" lIns="0" tIns="15240" rIns="0" bIns="0" rtlCol="0">
            <a:spAutoFit/>
          </a:bodyPr>
          <a:lstStyle>
            <a:lvl1pPr>
              <a:defRPr sz="5100" b="1" i="0">
                <a:solidFill>
                  <a:srgbClr val="2A2E33"/>
                </a:solidFill>
                <a:latin typeface="Segoe UI"/>
                <a:ea typeface="+mj-ea"/>
                <a:cs typeface="Segoe UI"/>
              </a:defRPr>
            </a:lvl1pPr>
          </a:lstStyle>
          <a:p>
            <a:pPr marL="12700">
              <a:spcBef>
                <a:spcPts val="120"/>
              </a:spcBef>
            </a:pPr>
            <a:r>
              <a:rPr lang="en-US" sz="2000" dirty="0">
                <a:solidFill>
                  <a:schemeClr val="bg1"/>
                </a:solidFill>
              </a:rPr>
              <a:t>CAMPAIGN_ANALYSIS_PIE</a:t>
            </a:r>
            <a:endParaRPr lang="en-US" sz="2000" spc="-10" dirty="0">
              <a:solidFill>
                <a:schemeClr val="bg1"/>
              </a:solidFill>
            </a:endParaRPr>
          </a:p>
        </p:txBody>
      </p:sp>
      <p:sp>
        <p:nvSpPr>
          <p:cNvPr id="6" name="object 20">
            <a:extLst>
              <a:ext uri="{FF2B5EF4-FFF2-40B4-BE49-F238E27FC236}">
                <a16:creationId xmlns:a16="http://schemas.microsoft.com/office/drawing/2014/main" id="{E8763F43-54B7-F523-BD01-B844B01F04A1}"/>
              </a:ext>
            </a:extLst>
          </p:cNvPr>
          <p:cNvSpPr txBox="1"/>
          <p:nvPr/>
        </p:nvSpPr>
        <p:spPr>
          <a:xfrm>
            <a:off x="1796907" y="9054586"/>
            <a:ext cx="11403103" cy="382797"/>
          </a:xfrm>
          <a:prstGeom prst="rect">
            <a:avLst/>
          </a:prstGeom>
        </p:spPr>
        <p:txBody>
          <a:bodyPr vert="horz" wrap="square" lIns="0" tIns="13335" rIns="0" bIns="0" rtlCol="0">
            <a:spAutoFit/>
          </a:bodyPr>
          <a:lstStyle/>
          <a:p>
            <a:pPr marL="12700">
              <a:lnSpc>
                <a:spcPct val="100000"/>
              </a:lnSpc>
              <a:spcBef>
                <a:spcPts val="105"/>
              </a:spcBef>
            </a:pPr>
            <a:r>
              <a:rPr lang="en-US" sz="2400" b="1" spc="-10" dirty="0">
                <a:solidFill>
                  <a:srgbClr val="FFCC1B"/>
                </a:solidFill>
                <a:latin typeface="Segoe UI" panose="020B0502040204020203" pitchFamily="34" charset="0"/>
                <a:cs typeface="Segoe UI" panose="020B0502040204020203" pitchFamily="34" charset="0"/>
              </a:rPr>
              <a:t>Analysis:</a:t>
            </a:r>
            <a:endParaRPr lang="en-US" sz="2400" dirty="0">
              <a:latin typeface="Segoe UI" panose="020B0502040204020203" pitchFamily="34" charset="0"/>
              <a:cs typeface="Segoe UI" panose="020B0502040204020203"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object 18"/>
          <p:cNvSpPr txBox="1">
            <a:spLocks noGrp="1"/>
          </p:cNvSpPr>
          <p:nvPr>
            <p:ph type="title"/>
          </p:nvPr>
        </p:nvSpPr>
        <p:spPr>
          <a:xfrm>
            <a:off x="1654757" y="779637"/>
            <a:ext cx="13669644" cy="630942"/>
          </a:xfrm>
          <a:prstGeom prst="rect">
            <a:avLst/>
          </a:prstGeom>
        </p:spPr>
        <p:txBody>
          <a:bodyPr vert="horz" wrap="square" lIns="0" tIns="15240" rIns="0" bIns="0" rtlCol="0">
            <a:spAutoFit/>
          </a:bodyPr>
          <a:lstStyle/>
          <a:p>
            <a:pPr marL="12700">
              <a:lnSpc>
                <a:spcPct val="100000"/>
              </a:lnSpc>
              <a:spcBef>
                <a:spcPts val="120"/>
              </a:spcBef>
            </a:pPr>
            <a:r>
              <a:rPr lang="en-US" sz="4000" dirty="0"/>
              <a:t>Lowest </a:t>
            </a:r>
            <a:r>
              <a:rPr lang="en-US" sz="4000" dirty="0" err="1"/>
              <a:t>ACoS</a:t>
            </a:r>
            <a:r>
              <a:rPr lang="en-US" sz="4000" dirty="0"/>
              <a:t> Keywords </a:t>
            </a:r>
            <a:r>
              <a:rPr lang="en-US" sz="4000" spc="-10" dirty="0"/>
              <a:t>– Sponsored Products</a:t>
            </a:r>
            <a:endParaRPr sz="4000" spc="-10" dirty="0"/>
          </a:p>
        </p:txBody>
      </p:sp>
      <p:sp>
        <p:nvSpPr>
          <p:cNvPr id="21" name="object 21"/>
          <p:cNvSpPr/>
          <p:nvPr/>
        </p:nvSpPr>
        <p:spPr>
          <a:xfrm>
            <a:off x="1667457" y="1838933"/>
            <a:ext cx="4139565" cy="154305"/>
          </a:xfrm>
          <a:custGeom>
            <a:avLst/>
            <a:gdLst/>
            <a:ahLst/>
            <a:cxnLst/>
            <a:rect l="l" t="t" r="r" b="b"/>
            <a:pathLst>
              <a:path w="4139565" h="154305">
                <a:moveTo>
                  <a:pt x="0" y="0"/>
                </a:moveTo>
                <a:lnTo>
                  <a:pt x="4139079" y="0"/>
                </a:lnTo>
                <a:lnTo>
                  <a:pt x="4139079" y="153737"/>
                </a:lnTo>
                <a:lnTo>
                  <a:pt x="0" y="153737"/>
                </a:lnTo>
                <a:lnTo>
                  <a:pt x="0" y="0"/>
                </a:lnTo>
                <a:close/>
              </a:path>
            </a:pathLst>
          </a:custGeom>
          <a:solidFill>
            <a:srgbClr val="FFCC1B"/>
          </a:solidFill>
        </p:spPr>
        <p:txBody>
          <a:bodyPr wrap="square" lIns="0" tIns="0" rIns="0" bIns="0" rtlCol="0"/>
          <a:lstStyle/>
          <a:p>
            <a:endParaRPr/>
          </a:p>
        </p:txBody>
      </p:sp>
      <p:pic>
        <p:nvPicPr>
          <p:cNvPr id="48" name="Picture 47">
            <a:extLst>
              <a:ext uri="{FF2B5EF4-FFF2-40B4-BE49-F238E27FC236}">
                <a16:creationId xmlns:a16="http://schemas.microsoft.com/office/drawing/2014/main" id="{A48E2B2C-25A1-89EE-819A-7865CFB074A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6991629" y="303787"/>
            <a:ext cx="2694313" cy="978913"/>
          </a:xfrm>
          <a:prstGeom prst="rect">
            <a:avLst/>
          </a:prstGeom>
        </p:spPr>
      </p:pic>
      <p:sp>
        <p:nvSpPr>
          <p:cNvPr id="4" name="Rectangle 3">
            <a:extLst>
              <a:ext uri="{FF2B5EF4-FFF2-40B4-BE49-F238E27FC236}">
                <a16:creationId xmlns:a16="http://schemas.microsoft.com/office/drawing/2014/main" id="{B1D33726-2D9F-3959-E41E-D38120732077}"/>
              </a:ext>
            </a:extLst>
          </p:cNvPr>
          <p:cNvSpPr/>
          <p:nvPr/>
        </p:nvSpPr>
        <p:spPr>
          <a:xfrm>
            <a:off x="1517651" y="2501898"/>
            <a:ext cx="13944600" cy="784860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 name="object 78">
            <a:extLst>
              <a:ext uri="{FF2B5EF4-FFF2-40B4-BE49-F238E27FC236}">
                <a16:creationId xmlns:a16="http://schemas.microsoft.com/office/drawing/2014/main" id="{6DB154A8-F4BD-69BD-CA7C-E9D03C55A933}"/>
              </a:ext>
            </a:extLst>
          </p:cNvPr>
          <p:cNvPicPr/>
          <p:nvPr/>
        </p:nvPicPr>
        <p:blipFill>
          <a:blip r:embed="rId3" cstate="print">
            <a:alphaModFix amt="35000"/>
          </a:blip>
          <a:stretch>
            <a:fillRect/>
          </a:stretch>
        </p:blipFill>
        <p:spPr>
          <a:xfrm>
            <a:off x="16248843" y="4387424"/>
            <a:ext cx="3855256" cy="8384591"/>
          </a:xfrm>
          <a:prstGeom prst="rect">
            <a:avLst/>
          </a:prstGeom>
        </p:spPr>
      </p:pic>
      <p:pic>
        <p:nvPicPr>
          <p:cNvPr id="7" name="Picture 6" descr="Graphical user interface&#10;&#10;Description automatically generated">
            <a:extLst>
              <a:ext uri="{FF2B5EF4-FFF2-40B4-BE49-F238E27FC236}">
                <a16:creationId xmlns:a16="http://schemas.microsoft.com/office/drawing/2014/main" id="{2F79089F-FF9E-9F0F-3228-919238EFC814}"/>
              </a:ext>
            </a:extLst>
          </p:cNvPr>
          <p:cNvPicPr>
            <a:picLocks noChangeAspect="1"/>
          </p:cNvPicPr>
          <p:nvPr/>
        </p:nvPicPr>
        <p:blipFill>
          <a:blip r:embed="rId4">
            <a:alphaModFix amt="26000"/>
            <a:extLst>
              <a:ext uri="{28A0092B-C50C-407E-A947-70E740481C1C}">
                <a14:useLocalDpi xmlns:a14="http://schemas.microsoft.com/office/drawing/2010/main" val="0"/>
              </a:ext>
            </a:extLst>
          </a:blip>
          <a:stretch>
            <a:fillRect/>
          </a:stretch>
        </p:blipFill>
        <p:spPr>
          <a:xfrm>
            <a:off x="16492375" y="7346701"/>
            <a:ext cx="3541875" cy="5344249"/>
          </a:xfrm>
          <a:prstGeom prst="rect">
            <a:avLst/>
          </a:prstGeom>
        </p:spPr>
      </p:pic>
      <p:sp>
        <p:nvSpPr>
          <p:cNvPr id="8" name="Slide Number Placeholder 16">
            <a:extLst>
              <a:ext uri="{FF2B5EF4-FFF2-40B4-BE49-F238E27FC236}">
                <a16:creationId xmlns:a16="http://schemas.microsoft.com/office/drawing/2014/main" id="{2F10C556-C2E8-67CE-AEF9-BCF86CEA186D}"/>
              </a:ext>
            </a:extLst>
          </p:cNvPr>
          <p:cNvSpPr>
            <a:spLocks noGrp="1"/>
          </p:cNvSpPr>
          <p:nvPr>
            <p:ph type="sldNum" sz="quarter" idx="7"/>
          </p:nvPr>
        </p:nvSpPr>
        <p:spPr>
          <a:xfrm>
            <a:off x="19514078" y="12208440"/>
            <a:ext cx="361314" cy="284693"/>
          </a:xfrm>
        </p:spPr>
        <p:txBody>
          <a:bodyPr/>
          <a:lstStyle/>
          <a:p>
            <a:pPr marL="38100">
              <a:lnSpc>
                <a:spcPct val="100000"/>
              </a:lnSpc>
              <a:spcBef>
                <a:spcPts val="259"/>
              </a:spcBef>
            </a:pPr>
            <a:r>
              <a:rPr lang="en-IN" spc="-25" dirty="0"/>
              <a:t>7</a:t>
            </a:r>
          </a:p>
        </p:txBody>
      </p:sp>
      <p:graphicFrame>
        <p:nvGraphicFramePr>
          <p:cNvPr id="2" name="Table 1">
            <a:extLst>
              <a:ext uri="{FF2B5EF4-FFF2-40B4-BE49-F238E27FC236}">
                <a16:creationId xmlns:a16="http://schemas.microsoft.com/office/drawing/2014/main" id="{E757A121-AA69-2344-B5C3-4C7454908E99}"/>
              </a:ext>
            </a:extLst>
          </p:cNvPr>
          <p:cNvGraphicFramePr>
            <a:graphicFrameLocks noGrp="1"/>
          </p:cNvGraphicFramePr>
          <p:nvPr>
            <p:extLst>
              <p:ext uri="{D42A27DB-BD31-4B8C-83A1-F6EECF244321}">
                <p14:modId xmlns:p14="http://schemas.microsoft.com/office/powerpoint/2010/main" val="2937281410"/>
              </p:ext>
            </p:extLst>
          </p:nvPr>
        </p:nvGraphicFramePr>
        <p:xfrm>
          <a:off x="1916135" y="2952230"/>
          <a:ext cx="13146888" cy="3566160"/>
        </p:xfrm>
        <a:graphic>
          <a:graphicData uri="http://schemas.openxmlformats.org/drawingml/2006/table">
            <a:tbl>
              <a:tblPr firstRow="1" bandRow="1">
                <a:tableStyleId>{93296810-A885-4BE3-A3E7-6D5BEEA58F35}</a:tableStyleId>
              </a:tblPr>
              <a:tblGrid>
                <a:gridCol w="2191148">
                  <a:extLst>
                    <a:ext uri="{9D8B030D-6E8A-4147-A177-3AD203B41FA5}">
                      <a16:colId xmlns:a16="http://schemas.microsoft.com/office/drawing/2014/main" val="203679573"/>
                    </a:ext>
                  </a:extLst>
                </a:gridCol>
                <a:gridCol w="2191148">
                  <a:extLst>
                    <a:ext uri="{9D8B030D-6E8A-4147-A177-3AD203B41FA5}">
                      <a16:colId xmlns:a16="http://schemas.microsoft.com/office/drawing/2014/main" val="3861156530"/>
                    </a:ext>
                  </a:extLst>
                </a:gridCol>
                <a:gridCol w="2686819">
                  <a:extLst>
                    <a:ext uri="{9D8B030D-6E8A-4147-A177-3AD203B41FA5}">
                      <a16:colId xmlns:a16="http://schemas.microsoft.com/office/drawing/2014/main" val="4092847001"/>
                    </a:ext>
                  </a:extLst>
                </a:gridCol>
                <a:gridCol w="1695477">
                  <a:extLst>
                    <a:ext uri="{9D8B030D-6E8A-4147-A177-3AD203B41FA5}">
                      <a16:colId xmlns:a16="http://schemas.microsoft.com/office/drawing/2014/main" val="2344452703"/>
                    </a:ext>
                  </a:extLst>
                </a:gridCol>
                <a:gridCol w="2191148">
                  <a:extLst>
                    <a:ext uri="{9D8B030D-6E8A-4147-A177-3AD203B41FA5}">
                      <a16:colId xmlns:a16="http://schemas.microsoft.com/office/drawing/2014/main" val="538023165"/>
                    </a:ext>
                  </a:extLst>
                </a:gridCol>
                <a:gridCol w="2191148">
                  <a:extLst>
                    <a:ext uri="{9D8B030D-6E8A-4147-A177-3AD203B41FA5}">
                      <a16:colId xmlns:a16="http://schemas.microsoft.com/office/drawing/2014/main" val="1227578796"/>
                    </a:ext>
                  </a:extLst>
                </a:gridCol>
              </a:tblGrid>
              <a:tr h="594360">
                <a:tc>
                  <a:txBody>
                    <a:bodyPr/>
                    <a:lstStyle/>
                    <a:p>
                      <a:pPr algn="ctr"/>
                      <a:r>
                        <a:rPr lang="en-US" dirty="0"/>
                        <a:t>Campaign Name</a:t>
                      </a:r>
                      <a:endParaRPr lang="en-IN" dirty="0"/>
                    </a:p>
                  </a:txBody>
                  <a:tcPr anchor="ctr"/>
                </a:tc>
                <a:tc>
                  <a:txBody>
                    <a:bodyPr/>
                    <a:lstStyle/>
                    <a:p>
                      <a:pPr algn="ctr"/>
                      <a:r>
                        <a:rPr lang="en-US" dirty="0"/>
                        <a:t>Ad Group Name</a:t>
                      </a:r>
                      <a:endParaRPr lang="en-IN" dirty="0"/>
                    </a:p>
                  </a:txBody>
                  <a:tcPr anchor="ctr"/>
                </a:tc>
                <a:tc>
                  <a:txBody>
                    <a:bodyPr/>
                    <a:lstStyle/>
                    <a:p>
                      <a:pPr algn="ctr"/>
                      <a:r>
                        <a:rPr lang="en-US" dirty="0"/>
                        <a:t>Customer Search Term</a:t>
                      </a:r>
                      <a:endParaRPr lang="en-IN" dirty="0"/>
                    </a:p>
                  </a:txBody>
                  <a:tcPr anchor="ctr"/>
                </a:tc>
                <a:tc>
                  <a:txBody>
                    <a:bodyPr/>
                    <a:lstStyle/>
                    <a:p>
                      <a:pPr algn="ctr"/>
                      <a:r>
                        <a:rPr lang="en-US" dirty="0"/>
                        <a:t>Spend</a:t>
                      </a:r>
                      <a:endParaRPr lang="en-IN" dirty="0"/>
                    </a:p>
                  </a:txBody>
                  <a:tcPr anchor="ctr"/>
                </a:tc>
                <a:tc>
                  <a:txBody>
                    <a:bodyPr/>
                    <a:lstStyle/>
                    <a:p>
                      <a:pPr algn="ctr"/>
                      <a:r>
                        <a:rPr lang="en-US" dirty="0"/>
                        <a:t>Sales</a:t>
                      </a:r>
                      <a:endParaRPr lang="en-IN" dirty="0"/>
                    </a:p>
                  </a:txBody>
                  <a:tcPr anchor="ctr"/>
                </a:tc>
                <a:tc>
                  <a:txBody>
                    <a:bodyPr/>
                    <a:lstStyle/>
                    <a:p>
                      <a:pPr algn="ctr"/>
                      <a:r>
                        <a:rPr lang="en-US" dirty="0"/>
                        <a:t>ACOS</a:t>
                      </a:r>
                      <a:endParaRPr lang="en-IN" dirty="0"/>
                    </a:p>
                  </a:txBody>
                  <a:tcPr anchor="ctr"/>
                </a:tc>
                <a:extLst>
                  <a:ext uri="{0D108BD9-81ED-4DB2-BD59-A6C34878D82A}">
                    <a16:rowId xmlns:a16="http://schemas.microsoft.com/office/drawing/2014/main" val="1154351877"/>
                  </a:ext>
                </a:extLst>
              </a:tr>
              <a:tr h="594360">
                <a:tc>
                  <a:txBody>
                    <a:bodyPr wrap="square">
                      <a:noAutofit/>
                    </a:bodyPr>
                    <a:lstStyle/>
                    <a:p>
                      <a:r>
                        <a:rPr sz="1800"/>
                        <a:t>Spicewell -  All Salt - SP -  Manual - HSV - TOS 50+ - PS1111 Optimizations</a:t>
                      </a:r>
                    </a:p>
                  </a:txBody>
                  <a:tcPr/>
                </a:tc>
                <a:tc>
                  <a:txBody>
                    <a:bodyPr wrap="square">
                      <a:noAutofit/>
                    </a:bodyPr>
                    <a:lstStyle/>
                    <a:p>
                      <a:r>
                        <a:rPr sz="1800"/>
                        <a:t>Spicewell -  All Salt - SP -  Manual - HSV</a:t>
                      </a:r>
                    </a:p>
                  </a:txBody>
                  <a:tcPr/>
                </a:tc>
                <a:tc>
                  <a:txBody>
                    <a:bodyPr wrap="square">
                      <a:noAutofit/>
                    </a:bodyPr>
                    <a:lstStyle/>
                    <a:p>
                      <a:r>
                        <a:rPr sz="1800"/>
                        <a:t>new salt minerals</a:t>
                      </a:r>
                    </a:p>
                  </a:txBody>
                  <a:tcPr/>
                </a:tc>
                <a:tc>
                  <a:txBody>
                    <a:bodyPr wrap="square">
                      <a:noAutofit/>
                    </a:bodyPr>
                    <a:lstStyle/>
                    <a:p>
                      <a:r>
                        <a:rPr sz="1800"/>
                        <a:t>$0.35</a:t>
                      </a:r>
                    </a:p>
                  </a:txBody>
                  <a:tcPr/>
                </a:tc>
                <a:tc>
                  <a:txBody>
                    <a:bodyPr wrap="square">
                      <a:noAutofit/>
                    </a:bodyPr>
                    <a:lstStyle/>
                    <a:p>
                      <a:r>
                        <a:rPr sz="1800"/>
                        <a:t>$29.98</a:t>
                      </a:r>
                    </a:p>
                  </a:txBody>
                  <a:tcPr/>
                </a:tc>
                <a:tc>
                  <a:txBody>
                    <a:bodyPr wrap="square">
                      <a:noAutofit/>
                    </a:bodyPr>
                    <a:lstStyle/>
                    <a:p>
                      <a:r>
                        <a:rPr sz="1800"/>
                        <a:t>1.17%</a:t>
                      </a:r>
                    </a:p>
                  </a:txBody>
                  <a:tcPr/>
                </a:tc>
                <a:extLst>
                  <a:ext uri="{0D108BD9-81ED-4DB2-BD59-A6C34878D82A}">
                    <a16:rowId xmlns:a16="http://schemas.microsoft.com/office/drawing/2014/main" val="153265570"/>
                  </a:ext>
                </a:extLst>
              </a:tr>
              <a:tr h="594360">
                <a:tc>
                  <a:txBody>
                    <a:bodyPr wrap="square">
                      <a:noAutofit/>
                    </a:bodyPr>
                    <a:lstStyle/>
                    <a:p>
                      <a:r>
                        <a:rPr sz="1800"/>
                        <a:t>Spicewell -  All Pepper - SP -  Auto - Close Loose - TOS100 - PS 0212 Optimizations</a:t>
                      </a:r>
                    </a:p>
                  </a:txBody>
                  <a:tcPr/>
                </a:tc>
                <a:tc>
                  <a:txBody>
                    <a:bodyPr wrap="square">
                      <a:noAutofit/>
                    </a:bodyPr>
                    <a:lstStyle/>
                    <a:p>
                      <a:r>
                        <a:rPr sz="1800"/>
                        <a:t>Spicewell -  All Pepper - SP -  Auto - Close Loose</a:t>
                      </a:r>
                    </a:p>
                  </a:txBody>
                  <a:tcPr/>
                </a:tc>
                <a:tc>
                  <a:txBody>
                    <a:bodyPr wrap="square">
                      <a:noAutofit/>
                    </a:bodyPr>
                    <a:lstStyle/>
                    <a:p>
                      <a:r>
                        <a:rPr sz="1800"/>
                        <a:t>organic pepper travel packets</a:t>
                      </a:r>
                    </a:p>
                  </a:txBody>
                  <a:tcPr/>
                </a:tc>
                <a:tc>
                  <a:txBody>
                    <a:bodyPr wrap="square">
                      <a:noAutofit/>
                    </a:bodyPr>
                    <a:lstStyle/>
                    <a:p>
                      <a:r>
                        <a:rPr sz="1800"/>
                        <a:t>$0.37</a:t>
                      </a:r>
                    </a:p>
                  </a:txBody>
                  <a:tcPr/>
                </a:tc>
                <a:tc>
                  <a:txBody>
                    <a:bodyPr wrap="square">
                      <a:noAutofit/>
                    </a:bodyPr>
                    <a:lstStyle/>
                    <a:p>
                      <a:r>
                        <a:rPr sz="1800"/>
                        <a:t>$29.98</a:t>
                      </a:r>
                    </a:p>
                  </a:txBody>
                  <a:tcPr/>
                </a:tc>
                <a:tc>
                  <a:txBody>
                    <a:bodyPr wrap="square">
                      <a:noAutofit/>
                    </a:bodyPr>
                    <a:lstStyle/>
                    <a:p>
                      <a:r>
                        <a:rPr sz="1800"/>
                        <a:t>1.23%</a:t>
                      </a:r>
                    </a:p>
                  </a:txBody>
                  <a:tcPr/>
                </a:tc>
                <a:extLst>
                  <a:ext uri="{0D108BD9-81ED-4DB2-BD59-A6C34878D82A}">
                    <a16:rowId xmlns:a16="http://schemas.microsoft.com/office/drawing/2014/main" val="1069788574"/>
                  </a:ext>
                </a:extLst>
              </a:tr>
              <a:tr h="594360">
                <a:tc>
                  <a:txBody>
                    <a:bodyPr wrap="square">
                      <a:noAutofit/>
                    </a:bodyPr>
                    <a:lstStyle/>
                    <a:p>
                      <a:r>
                        <a:rPr sz="1800"/>
                        <a:t>Spicewell -  All Pepper - SP -  Auto - Sub Comp - Launch VA 100325</a:t>
                      </a:r>
                    </a:p>
                  </a:txBody>
                  <a:tcPr/>
                </a:tc>
                <a:tc>
                  <a:txBody>
                    <a:bodyPr wrap="square">
                      <a:noAutofit/>
                    </a:bodyPr>
                    <a:lstStyle/>
                    <a:p>
                      <a:r>
                        <a:rPr sz="1800"/>
                        <a:t>Spicewell -  All Pepper - SP -  Auto - Sub Comp</a:t>
                      </a:r>
                    </a:p>
                  </a:txBody>
                  <a:tcPr/>
                </a:tc>
                <a:tc>
                  <a:txBody>
                    <a:bodyPr wrap="square">
                      <a:noAutofit/>
                    </a:bodyPr>
                    <a:lstStyle/>
                    <a:p>
                      <a:r>
                        <a:rPr sz="1800"/>
                        <a:t>spicewell new salt</a:t>
                      </a:r>
                    </a:p>
                  </a:txBody>
                  <a:tcPr/>
                </a:tc>
                <a:tc>
                  <a:txBody>
                    <a:bodyPr wrap="square">
                      <a:noAutofit/>
                    </a:bodyPr>
                    <a:lstStyle/>
                    <a:p>
                      <a:r>
                        <a:rPr sz="1800"/>
                        <a:t>$0.45</a:t>
                      </a:r>
                    </a:p>
                  </a:txBody>
                  <a:tcPr/>
                </a:tc>
                <a:tc>
                  <a:txBody>
                    <a:bodyPr wrap="square">
                      <a:noAutofit/>
                    </a:bodyPr>
                    <a:lstStyle/>
                    <a:p>
                      <a:r>
                        <a:rPr sz="1800"/>
                        <a:t>$28.99</a:t>
                      </a:r>
                    </a:p>
                  </a:txBody>
                  <a:tcPr/>
                </a:tc>
                <a:tc>
                  <a:txBody>
                    <a:bodyPr wrap="square">
                      <a:noAutofit/>
                    </a:bodyPr>
                    <a:lstStyle/>
                    <a:p>
                      <a:r>
                        <a:rPr sz="1800"/>
                        <a:t>1.55%</a:t>
                      </a:r>
                    </a:p>
                  </a:txBody>
                  <a:tcPr/>
                </a:tc>
                <a:extLst>
                  <a:ext uri="{0D108BD9-81ED-4DB2-BD59-A6C34878D82A}">
                    <a16:rowId xmlns:a16="http://schemas.microsoft.com/office/drawing/2014/main" val="1194289055"/>
                  </a:ext>
                </a:extLst>
              </a:tr>
              <a:tr h="594360">
                <a:tc>
                  <a:txBody>
                    <a:bodyPr wrap="square">
                      <a:noAutofit/>
                    </a:bodyPr>
                    <a:lstStyle/>
                    <a:p>
                      <a:r>
                        <a:rPr sz="1800"/>
                        <a:t>Spicewell -  All Salt - SP -  Manual - HSV - TOS 50+ - PS1111 Optimizations</a:t>
                      </a:r>
                    </a:p>
                  </a:txBody>
                  <a:tcPr/>
                </a:tc>
                <a:tc>
                  <a:txBody>
                    <a:bodyPr wrap="square">
                      <a:noAutofit/>
                    </a:bodyPr>
                    <a:lstStyle/>
                    <a:p>
                      <a:r>
                        <a:rPr sz="1800"/>
                        <a:t>Spicewell -  All Salt - SP -  Manual - HSV</a:t>
                      </a:r>
                    </a:p>
                  </a:txBody>
                  <a:tcPr/>
                </a:tc>
                <a:tc>
                  <a:txBody>
                    <a:bodyPr wrap="square">
                      <a:noAutofit/>
                    </a:bodyPr>
                    <a:lstStyle/>
                    <a:p>
                      <a:r>
                        <a:rPr sz="1800"/>
                        <a:t>spicewell salt</a:t>
                      </a:r>
                    </a:p>
                  </a:txBody>
                  <a:tcPr/>
                </a:tc>
                <a:tc>
                  <a:txBody>
                    <a:bodyPr wrap="square">
                      <a:noAutofit/>
                    </a:bodyPr>
                    <a:lstStyle/>
                    <a:p>
                      <a:r>
                        <a:rPr sz="1800"/>
                        <a:t>$1.48</a:t>
                      </a:r>
                    </a:p>
                  </a:txBody>
                  <a:tcPr/>
                </a:tc>
                <a:tc>
                  <a:txBody>
                    <a:bodyPr wrap="square">
                      <a:noAutofit/>
                    </a:bodyPr>
                    <a:lstStyle/>
                    <a:p>
                      <a:r>
                        <a:rPr sz="1800"/>
                        <a:t>$89.94</a:t>
                      </a:r>
                    </a:p>
                  </a:txBody>
                  <a:tcPr/>
                </a:tc>
                <a:tc>
                  <a:txBody>
                    <a:bodyPr wrap="square">
                      <a:noAutofit/>
                    </a:bodyPr>
                    <a:lstStyle/>
                    <a:p>
                      <a:r>
                        <a:rPr sz="1800"/>
                        <a:t>1.65%</a:t>
                      </a:r>
                    </a:p>
                  </a:txBody>
                  <a:tcPr/>
                </a:tc>
                <a:extLst>
                  <a:ext uri="{0D108BD9-81ED-4DB2-BD59-A6C34878D82A}">
                    <a16:rowId xmlns:a16="http://schemas.microsoft.com/office/drawing/2014/main" val="609466870"/>
                  </a:ext>
                </a:extLst>
              </a:tr>
              <a:tr h="594360">
                <a:tc>
                  <a:txBody>
                    <a:bodyPr wrap="square">
                      <a:noAutofit/>
                    </a:bodyPr>
                    <a:lstStyle/>
                    <a:p>
                      <a:r>
                        <a:rPr sz="1800"/>
                        <a:t>Spicewell -  All Salt - SP -  Manual - HSV - TOS 50+ - PS1111 Optimizations</a:t>
                      </a:r>
                    </a:p>
                  </a:txBody>
                  <a:tcPr/>
                </a:tc>
                <a:tc>
                  <a:txBody>
                    <a:bodyPr wrap="square">
                      <a:noAutofit/>
                    </a:bodyPr>
                    <a:lstStyle/>
                    <a:p>
                      <a:r>
                        <a:rPr sz="1800"/>
                        <a:t>Spicewell -  All Salt - SP -  Manual - HSV</a:t>
                      </a:r>
                    </a:p>
                  </a:txBody>
                  <a:tcPr/>
                </a:tc>
                <a:tc>
                  <a:txBody>
                    <a:bodyPr wrap="square">
                      <a:noAutofit/>
                    </a:bodyPr>
                    <a:lstStyle/>
                    <a:p>
                      <a:r>
                        <a:rPr sz="1800"/>
                        <a:t>small pack salt</a:t>
                      </a:r>
                    </a:p>
                  </a:txBody>
                  <a:tcPr/>
                </a:tc>
                <a:tc>
                  <a:txBody>
                    <a:bodyPr wrap="square">
                      <a:noAutofit/>
                    </a:bodyPr>
                    <a:lstStyle/>
                    <a:p>
                      <a:r>
                        <a:rPr sz="1800"/>
                        <a:t>$0.33</a:t>
                      </a:r>
                    </a:p>
                  </a:txBody>
                  <a:tcPr/>
                </a:tc>
                <a:tc>
                  <a:txBody>
                    <a:bodyPr wrap="square">
                      <a:noAutofit/>
                    </a:bodyPr>
                    <a:lstStyle/>
                    <a:p>
                      <a:r>
                        <a:rPr sz="1800"/>
                        <a:t>$14.99</a:t>
                      </a:r>
                    </a:p>
                  </a:txBody>
                  <a:tcPr/>
                </a:tc>
                <a:tc>
                  <a:txBody>
                    <a:bodyPr wrap="square">
                      <a:noAutofit/>
                    </a:bodyPr>
                    <a:lstStyle/>
                    <a:p>
                      <a:r>
                        <a:rPr sz="1800"/>
                        <a:t>2.2%</a:t>
                      </a:r>
                    </a:p>
                  </a:txBody>
                  <a:tcPr/>
                </a:tc>
                <a:extLst>
                  <a:ext uri="{0D108BD9-81ED-4DB2-BD59-A6C34878D82A}">
                    <a16:rowId xmlns:a16="http://schemas.microsoft.com/office/drawing/2014/main" val="2166057204"/>
                  </a:ext>
                </a:extLst>
              </a:tr>
            </a:tbl>
          </a:graphicData>
        </a:graphic>
      </p:graphicFrame>
      <p:sp>
        <p:nvSpPr>
          <p:cNvPr id="6" name="object 18">
            <a:extLst>
              <a:ext uri="{FF2B5EF4-FFF2-40B4-BE49-F238E27FC236}">
                <a16:creationId xmlns:a16="http://schemas.microsoft.com/office/drawing/2014/main" id="{65543445-A059-FE70-7126-DDC91819419C}"/>
              </a:ext>
            </a:extLst>
          </p:cNvPr>
          <p:cNvSpPr txBox="1">
            <a:spLocks/>
          </p:cNvSpPr>
          <p:nvPr/>
        </p:nvSpPr>
        <p:spPr>
          <a:xfrm>
            <a:off x="6927850" y="1993238"/>
            <a:ext cx="2713874" cy="323165"/>
          </a:xfrm>
          <a:prstGeom prst="rect">
            <a:avLst/>
          </a:prstGeom>
        </p:spPr>
        <p:txBody>
          <a:bodyPr vert="horz" wrap="square" lIns="0" tIns="15240" rIns="0" bIns="0" rtlCol="0">
            <a:spAutoFit/>
          </a:bodyPr>
          <a:lstStyle>
            <a:lvl1pPr>
              <a:defRPr sz="5100" b="1" i="0">
                <a:solidFill>
                  <a:srgbClr val="2A2E33"/>
                </a:solidFill>
                <a:latin typeface="Segoe UI"/>
                <a:ea typeface="+mj-ea"/>
                <a:cs typeface="Segoe UI"/>
              </a:defRPr>
            </a:lvl1pPr>
          </a:lstStyle>
          <a:p>
            <a:pPr marL="12700">
              <a:spcBef>
                <a:spcPts val="120"/>
              </a:spcBef>
            </a:pPr>
            <a:r>
              <a:rPr lang="en-US" sz="2000" dirty="0">
                <a:solidFill>
                  <a:schemeClr val="bg1"/>
                </a:solidFill>
              </a:rPr>
              <a:t>LOWEST_ACOS_TABLE</a:t>
            </a:r>
            <a:endParaRPr lang="en-US" sz="2000" spc="-10" dirty="0">
              <a:solidFill>
                <a:schemeClr val="bg1"/>
              </a:solidFill>
            </a:endParaRPr>
          </a:p>
        </p:txBody>
      </p:sp>
    </p:spTree>
    <p:extLst>
      <p:ext uri="{BB962C8B-B14F-4D97-AF65-F5344CB8AC3E}">
        <p14:creationId xmlns:p14="http://schemas.microsoft.com/office/powerpoint/2010/main" val="41541104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object 18"/>
          <p:cNvSpPr txBox="1">
            <a:spLocks noGrp="1"/>
          </p:cNvSpPr>
          <p:nvPr>
            <p:ph type="title"/>
          </p:nvPr>
        </p:nvSpPr>
        <p:spPr>
          <a:xfrm>
            <a:off x="1654757" y="779637"/>
            <a:ext cx="13669644" cy="630942"/>
          </a:xfrm>
          <a:prstGeom prst="rect">
            <a:avLst/>
          </a:prstGeom>
        </p:spPr>
        <p:txBody>
          <a:bodyPr vert="horz" wrap="square" lIns="0" tIns="15240" rIns="0" bIns="0" rtlCol="0">
            <a:spAutoFit/>
          </a:bodyPr>
          <a:lstStyle/>
          <a:p>
            <a:pPr marL="12700">
              <a:lnSpc>
                <a:spcPct val="100000"/>
              </a:lnSpc>
              <a:spcBef>
                <a:spcPts val="120"/>
              </a:spcBef>
            </a:pPr>
            <a:r>
              <a:rPr lang="en-US" sz="4000" dirty="0"/>
              <a:t>Highest </a:t>
            </a:r>
            <a:r>
              <a:rPr lang="en-US" sz="4000" dirty="0" err="1"/>
              <a:t>ACoS</a:t>
            </a:r>
            <a:r>
              <a:rPr lang="en-US" sz="4000" dirty="0"/>
              <a:t> Keywords </a:t>
            </a:r>
            <a:r>
              <a:rPr lang="en-US" sz="4000" spc="-10" dirty="0"/>
              <a:t>– Sponsored Products</a:t>
            </a:r>
            <a:endParaRPr sz="4000" spc="-10" dirty="0"/>
          </a:p>
        </p:txBody>
      </p:sp>
      <p:sp>
        <p:nvSpPr>
          <p:cNvPr id="21" name="object 21"/>
          <p:cNvSpPr/>
          <p:nvPr/>
        </p:nvSpPr>
        <p:spPr>
          <a:xfrm>
            <a:off x="1667457" y="1838933"/>
            <a:ext cx="4139565" cy="154305"/>
          </a:xfrm>
          <a:custGeom>
            <a:avLst/>
            <a:gdLst/>
            <a:ahLst/>
            <a:cxnLst/>
            <a:rect l="l" t="t" r="r" b="b"/>
            <a:pathLst>
              <a:path w="4139565" h="154305">
                <a:moveTo>
                  <a:pt x="0" y="0"/>
                </a:moveTo>
                <a:lnTo>
                  <a:pt x="4139079" y="0"/>
                </a:lnTo>
                <a:lnTo>
                  <a:pt x="4139079" y="153737"/>
                </a:lnTo>
                <a:lnTo>
                  <a:pt x="0" y="153737"/>
                </a:lnTo>
                <a:lnTo>
                  <a:pt x="0" y="0"/>
                </a:lnTo>
                <a:close/>
              </a:path>
            </a:pathLst>
          </a:custGeom>
          <a:solidFill>
            <a:srgbClr val="FFCC1B"/>
          </a:solidFill>
        </p:spPr>
        <p:txBody>
          <a:bodyPr wrap="square" lIns="0" tIns="0" rIns="0" bIns="0" rtlCol="0"/>
          <a:lstStyle/>
          <a:p>
            <a:endParaRPr/>
          </a:p>
        </p:txBody>
      </p:sp>
      <p:pic>
        <p:nvPicPr>
          <p:cNvPr id="48" name="Picture 47">
            <a:extLst>
              <a:ext uri="{FF2B5EF4-FFF2-40B4-BE49-F238E27FC236}">
                <a16:creationId xmlns:a16="http://schemas.microsoft.com/office/drawing/2014/main" id="{A48E2B2C-25A1-89EE-819A-7865CFB074A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6991629" y="303787"/>
            <a:ext cx="2694313" cy="978913"/>
          </a:xfrm>
          <a:prstGeom prst="rect">
            <a:avLst/>
          </a:prstGeom>
        </p:spPr>
      </p:pic>
      <p:pic>
        <p:nvPicPr>
          <p:cNvPr id="3" name="object 78">
            <a:extLst>
              <a:ext uri="{FF2B5EF4-FFF2-40B4-BE49-F238E27FC236}">
                <a16:creationId xmlns:a16="http://schemas.microsoft.com/office/drawing/2014/main" id="{FF0EE776-4C81-C441-7E4A-F6EAD0278D54}"/>
              </a:ext>
            </a:extLst>
          </p:cNvPr>
          <p:cNvPicPr/>
          <p:nvPr/>
        </p:nvPicPr>
        <p:blipFill>
          <a:blip r:embed="rId3" cstate="print">
            <a:alphaModFix amt="35000"/>
          </a:blip>
          <a:stretch>
            <a:fillRect/>
          </a:stretch>
        </p:blipFill>
        <p:spPr>
          <a:xfrm>
            <a:off x="16248843" y="4387424"/>
            <a:ext cx="3855256" cy="8384591"/>
          </a:xfrm>
          <a:prstGeom prst="rect">
            <a:avLst/>
          </a:prstGeom>
        </p:spPr>
      </p:pic>
      <p:pic>
        <p:nvPicPr>
          <p:cNvPr id="8" name="Picture 7" descr="Graphical user interface&#10;&#10;Description automatically generated">
            <a:extLst>
              <a:ext uri="{FF2B5EF4-FFF2-40B4-BE49-F238E27FC236}">
                <a16:creationId xmlns:a16="http://schemas.microsoft.com/office/drawing/2014/main" id="{A32CE921-D5CE-0116-1ABF-00786AA0AE71}"/>
              </a:ext>
            </a:extLst>
          </p:cNvPr>
          <p:cNvPicPr>
            <a:picLocks noChangeAspect="1"/>
          </p:cNvPicPr>
          <p:nvPr/>
        </p:nvPicPr>
        <p:blipFill>
          <a:blip r:embed="rId4">
            <a:alphaModFix amt="26000"/>
            <a:extLst>
              <a:ext uri="{28A0092B-C50C-407E-A947-70E740481C1C}">
                <a14:useLocalDpi xmlns:a14="http://schemas.microsoft.com/office/drawing/2010/main" val="0"/>
              </a:ext>
            </a:extLst>
          </a:blip>
          <a:stretch>
            <a:fillRect/>
          </a:stretch>
        </p:blipFill>
        <p:spPr>
          <a:xfrm>
            <a:off x="16492375" y="7346701"/>
            <a:ext cx="3541875" cy="5344249"/>
          </a:xfrm>
          <a:prstGeom prst="rect">
            <a:avLst/>
          </a:prstGeom>
        </p:spPr>
      </p:pic>
      <p:sp>
        <p:nvSpPr>
          <p:cNvPr id="9" name="Slide Number Placeholder 16">
            <a:extLst>
              <a:ext uri="{FF2B5EF4-FFF2-40B4-BE49-F238E27FC236}">
                <a16:creationId xmlns:a16="http://schemas.microsoft.com/office/drawing/2014/main" id="{883047A6-3DFA-39A6-35AD-E8C3A9A3877F}"/>
              </a:ext>
            </a:extLst>
          </p:cNvPr>
          <p:cNvSpPr>
            <a:spLocks noGrp="1"/>
          </p:cNvSpPr>
          <p:nvPr>
            <p:ph type="sldNum" sz="quarter" idx="7"/>
          </p:nvPr>
        </p:nvSpPr>
        <p:spPr>
          <a:xfrm>
            <a:off x="19514078" y="12208440"/>
            <a:ext cx="361314" cy="284693"/>
          </a:xfrm>
        </p:spPr>
        <p:txBody>
          <a:bodyPr/>
          <a:lstStyle/>
          <a:p>
            <a:pPr marL="38100">
              <a:lnSpc>
                <a:spcPct val="100000"/>
              </a:lnSpc>
              <a:spcBef>
                <a:spcPts val="259"/>
              </a:spcBef>
            </a:pPr>
            <a:r>
              <a:rPr lang="en-IN" spc="-25" dirty="0"/>
              <a:t>8</a:t>
            </a:r>
          </a:p>
        </p:txBody>
      </p:sp>
      <p:sp>
        <p:nvSpPr>
          <p:cNvPr id="10" name="Rectangle 9">
            <a:extLst>
              <a:ext uri="{FF2B5EF4-FFF2-40B4-BE49-F238E27FC236}">
                <a16:creationId xmlns:a16="http://schemas.microsoft.com/office/drawing/2014/main" id="{14CE84DB-1696-7A10-BC5C-0BC2AAAD7163}"/>
              </a:ext>
            </a:extLst>
          </p:cNvPr>
          <p:cNvSpPr/>
          <p:nvPr/>
        </p:nvSpPr>
        <p:spPr>
          <a:xfrm>
            <a:off x="1792607" y="2775188"/>
            <a:ext cx="13669644" cy="757531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6" name="Table 5">
            <a:extLst>
              <a:ext uri="{FF2B5EF4-FFF2-40B4-BE49-F238E27FC236}">
                <a16:creationId xmlns:a16="http://schemas.microsoft.com/office/drawing/2014/main" id="{4C845A17-4F79-0DB5-A3F7-082B8E61C0AD}"/>
              </a:ext>
            </a:extLst>
          </p:cNvPr>
          <p:cNvGraphicFramePr>
            <a:graphicFrameLocks noGrp="1"/>
          </p:cNvGraphicFramePr>
          <p:nvPr>
            <p:extLst>
              <p:ext uri="{D42A27DB-BD31-4B8C-83A1-F6EECF244321}">
                <p14:modId xmlns:p14="http://schemas.microsoft.com/office/powerpoint/2010/main" val="3407490718"/>
              </p:ext>
            </p:extLst>
          </p:nvPr>
        </p:nvGraphicFramePr>
        <p:xfrm>
          <a:off x="2053985" y="3354291"/>
          <a:ext cx="13146888" cy="3566160"/>
        </p:xfrm>
        <a:graphic>
          <a:graphicData uri="http://schemas.openxmlformats.org/drawingml/2006/table">
            <a:tbl>
              <a:tblPr firstRow="1" bandRow="1">
                <a:tableStyleId>{93296810-A885-4BE3-A3E7-6D5BEEA58F35}</a:tableStyleId>
              </a:tblPr>
              <a:tblGrid>
                <a:gridCol w="2191148">
                  <a:extLst>
                    <a:ext uri="{9D8B030D-6E8A-4147-A177-3AD203B41FA5}">
                      <a16:colId xmlns:a16="http://schemas.microsoft.com/office/drawing/2014/main" val="203679573"/>
                    </a:ext>
                  </a:extLst>
                </a:gridCol>
                <a:gridCol w="2191148">
                  <a:extLst>
                    <a:ext uri="{9D8B030D-6E8A-4147-A177-3AD203B41FA5}">
                      <a16:colId xmlns:a16="http://schemas.microsoft.com/office/drawing/2014/main" val="3861156530"/>
                    </a:ext>
                  </a:extLst>
                </a:gridCol>
                <a:gridCol w="2686819">
                  <a:extLst>
                    <a:ext uri="{9D8B030D-6E8A-4147-A177-3AD203B41FA5}">
                      <a16:colId xmlns:a16="http://schemas.microsoft.com/office/drawing/2014/main" val="4092847001"/>
                    </a:ext>
                  </a:extLst>
                </a:gridCol>
                <a:gridCol w="1695477">
                  <a:extLst>
                    <a:ext uri="{9D8B030D-6E8A-4147-A177-3AD203B41FA5}">
                      <a16:colId xmlns:a16="http://schemas.microsoft.com/office/drawing/2014/main" val="2344452703"/>
                    </a:ext>
                  </a:extLst>
                </a:gridCol>
                <a:gridCol w="2191148">
                  <a:extLst>
                    <a:ext uri="{9D8B030D-6E8A-4147-A177-3AD203B41FA5}">
                      <a16:colId xmlns:a16="http://schemas.microsoft.com/office/drawing/2014/main" val="538023165"/>
                    </a:ext>
                  </a:extLst>
                </a:gridCol>
                <a:gridCol w="2191148">
                  <a:extLst>
                    <a:ext uri="{9D8B030D-6E8A-4147-A177-3AD203B41FA5}">
                      <a16:colId xmlns:a16="http://schemas.microsoft.com/office/drawing/2014/main" val="1227578796"/>
                    </a:ext>
                  </a:extLst>
                </a:gridCol>
              </a:tblGrid>
              <a:tr h="594360">
                <a:tc>
                  <a:txBody>
                    <a:bodyPr/>
                    <a:lstStyle/>
                    <a:p>
                      <a:pPr algn="ctr"/>
                      <a:r>
                        <a:rPr lang="en-US" dirty="0"/>
                        <a:t>Campaign Name</a:t>
                      </a:r>
                      <a:endParaRPr lang="en-IN" dirty="0"/>
                    </a:p>
                  </a:txBody>
                  <a:tcPr anchor="ctr"/>
                </a:tc>
                <a:tc>
                  <a:txBody>
                    <a:bodyPr/>
                    <a:lstStyle/>
                    <a:p>
                      <a:pPr algn="ctr"/>
                      <a:r>
                        <a:rPr lang="en-US" dirty="0"/>
                        <a:t>Ad Group Name</a:t>
                      </a:r>
                      <a:endParaRPr lang="en-IN" dirty="0"/>
                    </a:p>
                  </a:txBody>
                  <a:tcPr anchor="ctr"/>
                </a:tc>
                <a:tc>
                  <a:txBody>
                    <a:bodyPr/>
                    <a:lstStyle/>
                    <a:p>
                      <a:pPr algn="ctr"/>
                      <a:r>
                        <a:rPr lang="en-US" dirty="0"/>
                        <a:t>Customer Search Term</a:t>
                      </a:r>
                      <a:endParaRPr lang="en-IN" dirty="0"/>
                    </a:p>
                  </a:txBody>
                  <a:tcPr anchor="ctr"/>
                </a:tc>
                <a:tc>
                  <a:txBody>
                    <a:bodyPr/>
                    <a:lstStyle/>
                    <a:p>
                      <a:pPr algn="ctr"/>
                      <a:r>
                        <a:rPr lang="en-US" dirty="0"/>
                        <a:t>Spend</a:t>
                      </a:r>
                      <a:endParaRPr lang="en-IN" dirty="0"/>
                    </a:p>
                  </a:txBody>
                  <a:tcPr anchor="ctr"/>
                </a:tc>
                <a:tc>
                  <a:txBody>
                    <a:bodyPr/>
                    <a:lstStyle/>
                    <a:p>
                      <a:pPr algn="ctr"/>
                      <a:r>
                        <a:rPr lang="en-US" dirty="0"/>
                        <a:t>Sales</a:t>
                      </a:r>
                      <a:endParaRPr lang="en-IN" dirty="0"/>
                    </a:p>
                  </a:txBody>
                  <a:tcPr anchor="ctr"/>
                </a:tc>
                <a:tc>
                  <a:txBody>
                    <a:bodyPr/>
                    <a:lstStyle/>
                    <a:p>
                      <a:pPr algn="ctr"/>
                      <a:r>
                        <a:rPr lang="en-US" dirty="0"/>
                        <a:t>ACOS</a:t>
                      </a:r>
                      <a:endParaRPr lang="en-IN" dirty="0"/>
                    </a:p>
                  </a:txBody>
                  <a:tcPr anchor="ctr"/>
                </a:tc>
                <a:extLst>
                  <a:ext uri="{0D108BD9-81ED-4DB2-BD59-A6C34878D82A}">
                    <a16:rowId xmlns:a16="http://schemas.microsoft.com/office/drawing/2014/main" val="1154351877"/>
                  </a:ext>
                </a:extLst>
              </a:tr>
              <a:tr h="594360">
                <a:tc>
                  <a:txBody>
                    <a:bodyPr wrap="square">
                      <a:noAutofit/>
                    </a:bodyPr>
                    <a:lstStyle/>
                    <a:p>
                      <a:r>
                        <a:rPr sz="1800"/>
                        <a:t>Spicewell -  All Salt - SP -  Manual - HSV - TOS 50+ - PS1111 Optimizations</a:t>
                      </a:r>
                    </a:p>
                  </a:txBody>
                  <a:tcPr/>
                </a:tc>
                <a:tc>
                  <a:txBody>
                    <a:bodyPr wrap="square">
                      <a:noAutofit/>
                    </a:bodyPr>
                    <a:lstStyle/>
                    <a:p>
                      <a:r>
                        <a:rPr sz="1800"/>
                        <a:t>Spicewell -  All Salt - SP -  Manual - HSV</a:t>
                      </a:r>
                    </a:p>
                  </a:txBody>
                  <a:tcPr/>
                </a:tc>
                <a:tc>
                  <a:txBody>
                    <a:bodyPr wrap="square">
                      <a:noAutofit/>
                    </a:bodyPr>
                    <a:lstStyle/>
                    <a:p>
                      <a:r>
                        <a:rPr sz="1800"/>
                        <a:t>salt packets</a:t>
                      </a:r>
                    </a:p>
                  </a:txBody>
                  <a:tcPr/>
                </a:tc>
                <a:tc>
                  <a:txBody>
                    <a:bodyPr wrap="square">
                      <a:noAutofit/>
                    </a:bodyPr>
                    <a:lstStyle/>
                    <a:p>
                      <a:r>
                        <a:rPr sz="1800"/>
                        <a:t>$31.36</a:t>
                      </a:r>
                    </a:p>
                  </a:txBody>
                  <a:tcPr/>
                </a:tc>
                <a:tc>
                  <a:txBody>
                    <a:bodyPr wrap="square">
                      <a:noAutofit/>
                    </a:bodyPr>
                    <a:lstStyle/>
                    <a:p>
                      <a:r>
                        <a:rPr sz="1800"/>
                        <a:t>$14.99</a:t>
                      </a:r>
                    </a:p>
                  </a:txBody>
                  <a:tcPr/>
                </a:tc>
                <a:tc>
                  <a:txBody>
                    <a:bodyPr wrap="square">
                      <a:noAutofit/>
                    </a:bodyPr>
                    <a:lstStyle/>
                    <a:p>
                      <a:r>
                        <a:rPr sz="1800"/>
                        <a:t>209.21%</a:t>
                      </a:r>
                    </a:p>
                  </a:txBody>
                  <a:tcPr/>
                </a:tc>
                <a:extLst>
                  <a:ext uri="{0D108BD9-81ED-4DB2-BD59-A6C34878D82A}">
                    <a16:rowId xmlns:a16="http://schemas.microsoft.com/office/drawing/2014/main" val="153265570"/>
                  </a:ext>
                </a:extLst>
              </a:tr>
              <a:tr h="594360">
                <a:tc>
                  <a:txBody>
                    <a:bodyPr wrap="square">
                      <a:noAutofit/>
                    </a:bodyPr>
                    <a:lstStyle/>
                    <a:p>
                      <a:r>
                        <a:rPr sz="1800"/>
                        <a:t>Spicewell -  All  Salt- SP - Manual - Branded TOS 50+ - Launch VA 100325</a:t>
                      </a:r>
                    </a:p>
                  </a:txBody>
                  <a:tcPr/>
                </a:tc>
                <a:tc>
                  <a:txBody>
                    <a:bodyPr wrap="square">
                      <a:noAutofit/>
                    </a:bodyPr>
                    <a:lstStyle/>
                    <a:p>
                      <a:r>
                        <a:rPr sz="1800"/>
                        <a:t>Spicewell -  All  Salt- SP - Manual - Branded TOS 50+</a:t>
                      </a:r>
                    </a:p>
                  </a:txBody>
                  <a:tcPr/>
                </a:tc>
                <a:tc>
                  <a:txBody>
                    <a:bodyPr wrap="square">
                      <a:noAutofit/>
                    </a:bodyPr>
                    <a:lstStyle/>
                    <a:p>
                      <a:r>
                        <a:rPr sz="1800"/>
                        <a:t>spicewell</a:t>
                      </a:r>
                    </a:p>
                  </a:txBody>
                  <a:tcPr/>
                </a:tc>
                <a:tc>
                  <a:txBody>
                    <a:bodyPr wrap="square">
                      <a:noAutofit/>
                    </a:bodyPr>
                    <a:lstStyle/>
                    <a:p>
                      <a:r>
                        <a:rPr sz="1800"/>
                        <a:t>$15.8</a:t>
                      </a:r>
                    </a:p>
                  </a:txBody>
                  <a:tcPr/>
                </a:tc>
                <a:tc>
                  <a:txBody>
                    <a:bodyPr wrap="square">
                      <a:noAutofit/>
                    </a:bodyPr>
                    <a:lstStyle/>
                    <a:p>
                      <a:r>
                        <a:rPr sz="1800"/>
                        <a:t>$14.99</a:t>
                      </a:r>
                    </a:p>
                  </a:txBody>
                  <a:tcPr/>
                </a:tc>
                <a:tc>
                  <a:txBody>
                    <a:bodyPr wrap="square">
                      <a:noAutofit/>
                    </a:bodyPr>
                    <a:lstStyle/>
                    <a:p>
                      <a:r>
                        <a:rPr sz="1800"/>
                        <a:t>105.4%</a:t>
                      </a:r>
                    </a:p>
                  </a:txBody>
                  <a:tcPr/>
                </a:tc>
                <a:extLst>
                  <a:ext uri="{0D108BD9-81ED-4DB2-BD59-A6C34878D82A}">
                    <a16:rowId xmlns:a16="http://schemas.microsoft.com/office/drawing/2014/main" val="1069788574"/>
                  </a:ext>
                </a:extLst>
              </a:tr>
              <a:tr h="594360">
                <a:tc>
                  <a:txBody>
                    <a:bodyPr wrap="square">
                      <a:noAutofit/>
                    </a:bodyPr>
                    <a:lstStyle/>
                    <a:p>
                      <a:r>
                        <a:rPr sz="1800"/>
                        <a:t>Spicewell -  All  Salt- SP - Manual - Branded TOS 50+ - Launch VA 100325</a:t>
                      </a:r>
                    </a:p>
                  </a:txBody>
                  <a:tcPr/>
                </a:tc>
                <a:tc>
                  <a:txBody>
                    <a:bodyPr wrap="square">
                      <a:noAutofit/>
                    </a:bodyPr>
                    <a:lstStyle/>
                    <a:p>
                      <a:r>
                        <a:rPr sz="1800"/>
                        <a:t>Spicewell -  All  Salt- SP - Manual - Branded TOS 50+</a:t>
                      </a:r>
                    </a:p>
                  </a:txBody>
                  <a:tcPr/>
                </a:tc>
                <a:tc>
                  <a:txBody>
                    <a:bodyPr wrap="square">
                      <a:noAutofit/>
                    </a:bodyPr>
                    <a:lstStyle/>
                    <a:p>
                      <a:r>
                        <a:rPr sz="1800"/>
                        <a:t>spicewell sea salt</a:t>
                      </a:r>
                    </a:p>
                  </a:txBody>
                  <a:tcPr/>
                </a:tc>
                <a:tc>
                  <a:txBody>
                    <a:bodyPr wrap="square">
                      <a:noAutofit/>
                    </a:bodyPr>
                    <a:lstStyle/>
                    <a:p>
                      <a:r>
                        <a:rPr sz="1800"/>
                        <a:t>$12.5</a:t>
                      </a:r>
                    </a:p>
                  </a:txBody>
                  <a:tcPr/>
                </a:tc>
                <a:tc>
                  <a:txBody>
                    <a:bodyPr wrap="square">
                      <a:noAutofit/>
                    </a:bodyPr>
                    <a:lstStyle/>
                    <a:p>
                      <a:r>
                        <a:rPr sz="1800"/>
                        <a:t>$14.99</a:t>
                      </a:r>
                    </a:p>
                  </a:txBody>
                  <a:tcPr/>
                </a:tc>
                <a:tc>
                  <a:txBody>
                    <a:bodyPr wrap="square">
                      <a:noAutofit/>
                    </a:bodyPr>
                    <a:lstStyle/>
                    <a:p>
                      <a:r>
                        <a:rPr sz="1800"/>
                        <a:t>83.39%</a:t>
                      </a:r>
                    </a:p>
                  </a:txBody>
                  <a:tcPr/>
                </a:tc>
                <a:extLst>
                  <a:ext uri="{0D108BD9-81ED-4DB2-BD59-A6C34878D82A}">
                    <a16:rowId xmlns:a16="http://schemas.microsoft.com/office/drawing/2014/main" val="1194289055"/>
                  </a:ext>
                </a:extLst>
              </a:tr>
              <a:tr h="594360">
                <a:tc>
                  <a:txBody>
                    <a:bodyPr wrap="square">
                      <a:noAutofit/>
                    </a:bodyPr>
                    <a:lstStyle/>
                    <a:p>
                      <a:r>
                        <a:rPr sz="1800"/>
                        <a:t>Spicewell -  All Salt - SP -  Manual - HSV - TOS 50+ - PS1111 Optimizations</a:t>
                      </a:r>
                    </a:p>
                  </a:txBody>
                  <a:tcPr/>
                </a:tc>
                <a:tc>
                  <a:txBody>
                    <a:bodyPr wrap="square">
                      <a:noAutofit/>
                    </a:bodyPr>
                    <a:lstStyle/>
                    <a:p>
                      <a:r>
                        <a:rPr sz="1800"/>
                        <a:t>Spicewell -  All Salt - SP -  Manual - HSV</a:t>
                      </a:r>
                    </a:p>
                  </a:txBody>
                  <a:tcPr/>
                </a:tc>
                <a:tc>
                  <a:txBody>
                    <a:bodyPr wrap="square">
                      <a:noAutofit/>
                    </a:bodyPr>
                    <a:lstStyle/>
                    <a:p>
                      <a:r>
                        <a:rPr sz="1800"/>
                        <a:t>salt packets single serve</a:t>
                      </a:r>
                    </a:p>
                  </a:txBody>
                  <a:tcPr/>
                </a:tc>
                <a:tc>
                  <a:txBody>
                    <a:bodyPr wrap="square">
                      <a:noAutofit/>
                    </a:bodyPr>
                    <a:lstStyle/>
                    <a:p>
                      <a:r>
                        <a:rPr sz="1800"/>
                        <a:t>$11.46</a:t>
                      </a:r>
                    </a:p>
                  </a:txBody>
                  <a:tcPr/>
                </a:tc>
                <a:tc>
                  <a:txBody>
                    <a:bodyPr wrap="square">
                      <a:noAutofit/>
                    </a:bodyPr>
                    <a:lstStyle/>
                    <a:p>
                      <a:r>
                        <a:rPr sz="1800"/>
                        <a:t>$14.99</a:t>
                      </a:r>
                    </a:p>
                  </a:txBody>
                  <a:tcPr/>
                </a:tc>
                <a:tc>
                  <a:txBody>
                    <a:bodyPr wrap="square">
                      <a:noAutofit/>
                    </a:bodyPr>
                    <a:lstStyle/>
                    <a:p>
                      <a:r>
                        <a:rPr sz="1800"/>
                        <a:t>76.45%</a:t>
                      </a:r>
                    </a:p>
                  </a:txBody>
                  <a:tcPr/>
                </a:tc>
                <a:extLst>
                  <a:ext uri="{0D108BD9-81ED-4DB2-BD59-A6C34878D82A}">
                    <a16:rowId xmlns:a16="http://schemas.microsoft.com/office/drawing/2014/main" val="609466870"/>
                  </a:ext>
                </a:extLst>
              </a:tr>
              <a:tr h="594360">
                <a:tc>
                  <a:txBody>
                    <a:bodyPr wrap="square">
                      <a:noAutofit/>
                    </a:bodyPr>
                    <a:lstStyle/>
                    <a:p>
                      <a:r>
                        <a:rPr sz="1800"/>
                        <a:t>Spicewell -  All Pepper - SP - Manual - HRLV TOS75 - PS 0212 Optimizations</a:t>
                      </a:r>
                    </a:p>
                  </a:txBody>
                  <a:tcPr/>
                </a:tc>
                <a:tc>
                  <a:txBody>
                    <a:bodyPr wrap="square">
                      <a:noAutofit/>
                    </a:bodyPr>
                    <a:lstStyle/>
                    <a:p>
                      <a:r>
                        <a:rPr sz="1800"/>
                        <a:t>Spicewell -  All Pepper - SP - Manual - HRLV TOS +50</a:t>
                      </a:r>
                    </a:p>
                  </a:txBody>
                  <a:tcPr/>
                </a:tc>
                <a:tc>
                  <a:txBody>
                    <a:bodyPr wrap="square">
                      <a:noAutofit/>
                    </a:bodyPr>
                    <a:lstStyle/>
                    <a:p>
                      <a:r>
                        <a:rPr sz="1800"/>
                        <a:t>black pepper packets</a:t>
                      </a:r>
                    </a:p>
                  </a:txBody>
                  <a:tcPr/>
                </a:tc>
                <a:tc>
                  <a:txBody>
                    <a:bodyPr wrap="square">
                      <a:noAutofit/>
                    </a:bodyPr>
                    <a:lstStyle/>
                    <a:p>
                      <a:r>
                        <a:rPr sz="1800"/>
                        <a:t>$11.2</a:t>
                      </a:r>
                    </a:p>
                  </a:txBody>
                  <a:tcPr/>
                </a:tc>
                <a:tc>
                  <a:txBody>
                    <a:bodyPr wrap="square">
                      <a:noAutofit/>
                    </a:bodyPr>
                    <a:lstStyle/>
                    <a:p>
                      <a:r>
                        <a:rPr sz="1800"/>
                        <a:t>$14.99</a:t>
                      </a:r>
                    </a:p>
                  </a:txBody>
                  <a:tcPr/>
                </a:tc>
                <a:tc>
                  <a:txBody>
                    <a:bodyPr wrap="square">
                      <a:noAutofit/>
                    </a:bodyPr>
                    <a:lstStyle/>
                    <a:p>
                      <a:r>
                        <a:rPr sz="1800"/>
                        <a:t>74.72%</a:t>
                      </a:r>
                    </a:p>
                  </a:txBody>
                  <a:tcPr/>
                </a:tc>
                <a:extLst>
                  <a:ext uri="{0D108BD9-81ED-4DB2-BD59-A6C34878D82A}">
                    <a16:rowId xmlns:a16="http://schemas.microsoft.com/office/drawing/2014/main" val="2166057204"/>
                  </a:ext>
                </a:extLst>
              </a:tr>
            </a:tbl>
          </a:graphicData>
        </a:graphic>
      </p:graphicFrame>
      <p:sp>
        <p:nvSpPr>
          <p:cNvPr id="7" name="object 18">
            <a:extLst>
              <a:ext uri="{FF2B5EF4-FFF2-40B4-BE49-F238E27FC236}">
                <a16:creationId xmlns:a16="http://schemas.microsoft.com/office/drawing/2014/main" id="{5D4176C3-3303-D02A-2DCA-AFE4E8D6E1EA}"/>
              </a:ext>
            </a:extLst>
          </p:cNvPr>
          <p:cNvSpPr txBox="1">
            <a:spLocks/>
          </p:cNvSpPr>
          <p:nvPr/>
        </p:nvSpPr>
        <p:spPr>
          <a:xfrm>
            <a:off x="7003679" y="2264118"/>
            <a:ext cx="2971800" cy="323165"/>
          </a:xfrm>
          <a:prstGeom prst="rect">
            <a:avLst/>
          </a:prstGeom>
        </p:spPr>
        <p:txBody>
          <a:bodyPr vert="horz" wrap="square" lIns="0" tIns="15240" rIns="0" bIns="0" rtlCol="0">
            <a:spAutoFit/>
          </a:bodyPr>
          <a:lstStyle>
            <a:lvl1pPr>
              <a:defRPr sz="5100" b="1" i="0">
                <a:solidFill>
                  <a:srgbClr val="2A2E33"/>
                </a:solidFill>
                <a:latin typeface="Segoe UI"/>
                <a:ea typeface="+mj-ea"/>
                <a:cs typeface="Segoe UI"/>
              </a:defRPr>
            </a:lvl1pPr>
          </a:lstStyle>
          <a:p>
            <a:pPr marL="12700">
              <a:spcBef>
                <a:spcPts val="120"/>
              </a:spcBef>
            </a:pPr>
            <a:r>
              <a:rPr lang="en-US" sz="2000" dirty="0">
                <a:solidFill>
                  <a:schemeClr val="bg1"/>
                </a:solidFill>
              </a:rPr>
              <a:t>HIGHEST_ACOS_TABLE</a:t>
            </a:r>
            <a:endParaRPr lang="en-US" sz="2000" spc="-10" dirty="0">
              <a:solidFill>
                <a:schemeClr val="bg1"/>
              </a:solidFill>
            </a:endParaRPr>
          </a:p>
        </p:txBody>
      </p:sp>
    </p:spTree>
    <p:extLst>
      <p:ext uri="{BB962C8B-B14F-4D97-AF65-F5344CB8AC3E}">
        <p14:creationId xmlns:p14="http://schemas.microsoft.com/office/powerpoint/2010/main" val="27277006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object 18"/>
          <p:cNvSpPr txBox="1">
            <a:spLocks noGrp="1"/>
          </p:cNvSpPr>
          <p:nvPr>
            <p:ph type="title"/>
          </p:nvPr>
        </p:nvSpPr>
        <p:spPr>
          <a:xfrm>
            <a:off x="1654757" y="779637"/>
            <a:ext cx="13669644" cy="630942"/>
          </a:xfrm>
          <a:prstGeom prst="rect">
            <a:avLst/>
          </a:prstGeom>
        </p:spPr>
        <p:txBody>
          <a:bodyPr vert="horz" wrap="square" lIns="0" tIns="15240" rIns="0" bIns="0" rtlCol="0">
            <a:spAutoFit/>
          </a:bodyPr>
          <a:lstStyle/>
          <a:p>
            <a:pPr marL="12700">
              <a:lnSpc>
                <a:spcPct val="100000"/>
              </a:lnSpc>
              <a:spcBef>
                <a:spcPts val="120"/>
              </a:spcBef>
            </a:pPr>
            <a:r>
              <a:rPr lang="en-US" sz="4000" dirty="0"/>
              <a:t>Highest Click Keywords with No Sales</a:t>
            </a:r>
            <a:endParaRPr sz="4000" spc="-10" dirty="0"/>
          </a:p>
        </p:txBody>
      </p:sp>
      <p:sp>
        <p:nvSpPr>
          <p:cNvPr id="21" name="object 21"/>
          <p:cNvSpPr/>
          <p:nvPr/>
        </p:nvSpPr>
        <p:spPr>
          <a:xfrm>
            <a:off x="1667457" y="1838933"/>
            <a:ext cx="4139565" cy="154305"/>
          </a:xfrm>
          <a:custGeom>
            <a:avLst/>
            <a:gdLst/>
            <a:ahLst/>
            <a:cxnLst/>
            <a:rect l="l" t="t" r="r" b="b"/>
            <a:pathLst>
              <a:path w="4139565" h="154305">
                <a:moveTo>
                  <a:pt x="0" y="0"/>
                </a:moveTo>
                <a:lnTo>
                  <a:pt x="4139079" y="0"/>
                </a:lnTo>
                <a:lnTo>
                  <a:pt x="4139079" y="153737"/>
                </a:lnTo>
                <a:lnTo>
                  <a:pt x="0" y="153737"/>
                </a:lnTo>
                <a:lnTo>
                  <a:pt x="0" y="0"/>
                </a:lnTo>
                <a:close/>
              </a:path>
            </a:pathLst>
          </a:custGeom>
          <a:solidFill>
            <a:srgbClr val="FFCC1B"/>
          </a:solidFill>
        </p:spPr>
        <p:txBody>
          <a:bodyPr wrap="square" lIns="0" tIns="0" rIns="0" bIns="0" rtlCol="0"/>
          <a:lstStyle/>
          <a:p>
            <a:endParaRPr/>
          </a:p>
        </p:txBody>
      </p:sp>
      <p:pic>
        <p:nvPicPr>
          <p:cNvPr id="48" name="Picture 47">
            <a:extLst>
              <a:ext uri="{FF2B5EF4-FFF2-40B4-BE49-F238E27FC236}">
                <a16:creationId xmlns:a16="http://schemas.microsoft.com/office/drawing/2014/main" id="{A48E2B2C-25A1-89EE-819A-7865CFB074A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6991629" y="303787"/>
            <a:ext cx="2694313" cy="978913"/>
          </a:xfrm>
          <a:prstGeom prst="rect">
            <a:avLst/>
          </a:prstGeom>
        </p:spPr>
      </p:pic>
      <p:pic>
        <p:nvPicPr>
          <p:cNvPr id="5" name="object 78">
            <a:extLst>
              <a:ext uri="{FF2B5EF4-FFF2-40B4-BE49-F238E27FC236}">
                <a16:creationId xmlns:a16="http://schemas.microsoft.com/office/drawing/2014/main" id="{E5FEC38E-F3A5-498C-89C8-F6EAE6F7FD1E}"/>
              </a:ext>
            </a:extLst>
          </p:cNvPr>
          <p:cNvPicPr/>
          <p:nvPr/>
        </p:nvPicPr>
        <p:blipFill>
          <a:blip r:embed="rId3" cstate="print">
            <a:alphaModFix amt="35000"/>
          </a:blip>
          <a:stretch>
            <a:fillRect/>
          </a:stretch>
        </p:blipFill>
        <p:spPr>
          <a:xfrm>
            <a:off x="16248843" y="4387424"/>
            <a:ext cx="3855256" cy="8384591"/>
          </a:xfrm>
          <a:prstGeom prst="rect">
            <a:avLst/>
          </a:prstGeom>
        </p:spPr>
      </p:pic>
      <p:pic>
        <p:nvPicPr>
          <p:cNvPr id="20" name="Picture 19" descr="Graphical user interface&#10;&#10;Description automatically generated">
            <a:extLst>
              <a:ext uri="{FF2B5EF4-FFF2-40B4-BE49-F238E27FC236}">
                <a16:creationId xmlns:a16="http://schemas.microsoft.com/office/drawing/2014/main" id="{C3C70174-AF6B-FF65-A711-4DE7860A3723}"/>
              </a:ext>
            </a:extLst>
          </p:cNvPr>
          <p:cNvPicPr>
            <a:picLocks noChangeAspect="1"/>
          </p:cNvPicPr>
          <p:nvPr/>
        </p:nvPicPr>
        <p:blipFill>
          <a:blip r:embed="rId4">
            <a:alphaModFix amt="26000"/>
            <a:extLst>
              <a:ext uri="{28A0092B-C50C-407E-A947-70E740481C1C}">
                <a14:useLocalDpi xmlns:a14="http://schemas.microsoft.com/office/drawing/2010/main" val="0"/>
              </a:ext>
            </a:extLst>
          </a:blip>
          <a:stretch>
            <a:fillRect/>
          </a:stretch>
        </p:blipFill>
        <p:spPr>
          <a:xfrm>
            <a:off x="16492375" y="7346701"/>
            <a:ext cx="3541875" cy="5344249"/>
          </a:xfrm>
          <a:prstGeom prst="rect">
            <a:avLst/>
          </a:prstGeom>
        </p:spPr>
      </p:pic>
      <p:sp>
        <p:nvSpPr>
          <p:cNvPr id="7" name="Slide Number Placeholder 16">
            <a:extLst>
              <a:ext uri="{FF2B5EF4-FFF2-40B4-BE49-F238E27FC236}">
                <a16:creationId xmlns:a16="http://schemas.microsoft.com/office/drawing/2014/main" id="{7DE8B78F-C0FA-24B2-C865-DEB77E2ECBBA}"/>
              </a:ext>
            </a:extLst>
          </p:cNvPr>
          <p:cNvSpPr>
            <a:spLocks noGrp="1"/>
          </p:cNvSpPr>
          <p:nvPr>
            <p:ph type="sldNum" sz="quarter" idx="7"/>
          </p:nvPr>
        </p:nvSpPr>
        <p:spPr>
          <a:xfrm>
            <a:off x="19514078" y="12208440"/>
            <a:ext cx="361314" cy="284693"/>
          </a:xfrm>
        </p:spPr>
        <p:txBody>
          <a:bodyPr/>
          <a:lstStyle/>
          <a:p>
            <a:pPr marL="38100">
              <a:lnSpc>
                <a:spcPct val="100000"/>
              </a:lnSpc>
              <a:spcBef>
                <a:spcPts val="259"/>
              </a:spcBef>
            </a:pPr>
            <a:r>
              <a:rPr lang="en-IN" spc="-25" dirty="0"/>
              <a:t>9</a:t>
            </a:r>
          </a:p>
        </p:txBody>
      </p:sp>
      <p:sp>
        <p:nvSpPr>
          <p:cNvPr id="8" name="Rectangle 7">
            <a:extLst>
              <a:ext uri="{FF2B5EF4-FFF2-40B4-BE49-F238E27FC236}">
                <a16:creationId xmlns:a16="http://schemas.microsoft.com/office/drawing/2014/main" id="{0A301E41-18B2-1BA2-01D6-E702DDA72453}"/>
              </a:ext>
            </a:extLst>
          </p:cNvPr>
          <p:cNvSpPr/>
          <p:nvPr/>
        </p:nvSpPr>
        <p:spPr>
          <a:xfrm>
            <a:off x="1441450" y="2652394"/>
            <a:ext cx="14097000" cy="647890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2" name="Table 1">
            <a:extLst>
              <a:ext uri="{FF2B5EF4-FFF2-40B4-BE49-F238E27FC236}">
                <a16:creationId xmlns:a16="http://schemas.microsoft.com/office/drawing/2014/main" id="{8ECA804D-2212-E47C-6937-508AF5189D68}"/>
              </a:ext>
            </a:extLst>
          </p:cNvPr>
          <p:cNvGraphicFramePr>
            <a:graphicFrameLocks noGrp="1"/>
          </p:cNvGraphicFramePr>
          <p:nvPr>
            <p:extLst>
              <p:ext uri="{D42A27DB-BD31-4B8C-83A1-F6EECF244321}">
                <p14:modId xmlns:p14="http://schemas.microsoft.com/office/powerpoint/2010/main" val="3259470370"/>
              </p:ext>
            </p:extLst>
          </p:nvPr>
        </p:nvGraphicFramePr>
        <p:xfrm>
          <a:off x="1720211" y="3052056"/>
          <a:ext cx="13597840" cy="3430908"/>
        </p:xfrm>
        <a:graphic>
          <a:graphicData uri="http://schemas.openxmlformats.org/drawingml/2006/table">
            <a:tbl>
              <a:tblPr firstRow="1" bandRow="1">
                <a:tableStyleId>{93296810-A885-4BE3-A3E7-6D5BEEA58F35}</a:tableStyleId>
              </a:tblPr>
              <a:tblGrid>
                <a:gridCol w="3399460">
                  <a:extLst>
                    <a:ext uri="{9D8B030D-6E8A-4147-A177-3AD203B41FA5}">
                      <a16:colId xmlns:a16="http://schemas.microsoft.com/office/drawing/2014/main" val="3991719302"/>
                    </a:ext>
                  </a:extLst>
                </a:gridCol>
                <a:gridCol w="3399460">
                  <a:extLst>
                    <a:ext uri="{9D8B030D-6E8A-4147-A177-3AD203B41FA5}">
                      <a16:colId xmlns:a16="http://schemas.microsoft.com/office/drawing/2014/main" val="2096922153"/>
                    </a:ext>
                  </a:extLst>
                </a:gridCol>
                <a:gridCol w="3399460">
                  <a:extLst>
                    <a:ext uri="{9D8B030D-6E8A-4147-A177-3AD203B41FA5}">
                      <a16:colId xmlns:a16="http://schemas.microsoft.com/office/drawing/2014/main" val="307115236"/>
                    </a:ext>
                  </a:extLst>
                </a:gridCol>
                <a:gridCol w="3399460">
                  <a:extLst>
                    <a:ext uri="{9D8B030D-6E8A-4147-A177-3AD203B41FA5}">
                      <a16:colId xmlns:a16="http://schemas.microsoft.com/office/drawing/2014/main" val="2789487752"/>
                    </a:ext>
                  </a:extLst>
                </a:gridCol>
              </a:tblGrid>
              <a:tr h="571818">
                <a:tc>
                  <a:txBody>
                    <a:bodyPr/>
                    <a:lstStyle/>
                    <a:p>
                      <a:pPr algn="ctr"/>
                      <a:r>
                        <a:rPr lang="en-US" dirty="0"/>
                        <a:t>Campaign Name</a:t>
                      </a:r>
                      <a:endParaRPr lang="en-IN" dirty="0"/>
                    </a:p>
                  </a:txBody>
                  <a:tcPr anchor="ctr"/>
                </a:tc>
                <a:tc>
                  <a:txBody>
                    <a:bodyPr/>
                    <a:lstStyle/>
                    <a:p>
                      <a:pPr algn="ctr"/>
                      <a:r>
                        <a:rPr lang="en-US" dirty="0"/>
                        <a:t>Ad Group Name</a:t>
                      </a:r>
                      <a:endParaRPr lang="en-IN" dirty="0"/>
                    </a:p>
                  </a:txBody>
                  <a:tcPr anchor="ctr"/>
                </a:tc>
                <a:tc>
                  <a:txBody>
                    <a:bodyPr/>
                    <a:lstStyle/>
                    <a:p>
                      <a:pPr algn="ctr"/>
                      <a:r>
                        <a:rPr lang="en-US" dirty="0"/>
                        <a:t>Customer Search Term</a:t>
                      </a:r>
                      <a:endParaRPr lang="en-IN" dirty="0"/>
                    </a:p>
                  </a:txBody>
                  <a:tcPr anchor="ctr"/>
                </a:tc>
                <a:tc>
                  <a:txBody>
                    <a:bodyPr/>
                    <a:lstStyle/>
                    <a:p>
                      <a:pPr algn="ctr"/>
                      <a:r>
                        <a:rPr lang="en-US" dirty="0"/>
                        <a:t>Clicks</a:t>
                      </a:r>
                      <a:endParaRPr lang="en-IN" dirty="0"/>
                    </a:p>
                  </a:txBody>
                  <a:tcPr anchor="ctr"/>
                </a:tc>
                <a:extLst>
                  <a:ext uri="{0D108BD9-81ED-4DB2-BD59-A6C34878D82A}">
                    <a16:rowId xmlns:a16="http://schemas.microsoft.com/office/drawing/2014/main" val="4067474675"/>
                  </a:ext>
                </a:extLst>
              </a:tr>
              <a:tr h="571818">
                <a:tc>
                  <a:txBody>
                    <a:bodyPr wrap="square">
                      <a:noAutofit/>
                    </a:bodyPr>
                    <a:lstStyle/>
                    <a:p>
                      <a:r>
                        <a:rPr sz="1800"/>
                        <a:t>Spicewell -  All Salt - SP -  Manual - HSV - TOS 50+ - PS1111 Optimizations</a:t>
                      </a:r>
                    </a:p>
                  </a:txBody>
                  <a:tcPr/>
                </a:tc>
                <a:tc>
                  <a:txBody>
                    <a:bodyPr wrap="square">
                      <a:noAutofit/>
                    </a:bodyPr>
                    <a:lstStyle/>
                    <a:p>
                      <a:r>
                        <a:rPr sz="1800"/>
                        <a:t>Spicewell -  All Salt - SP -  Manual - HSV</a:t>
                      </a:r>
                    </a:p>
                  </a:txBody>
                  <a:tcPr/>
                </a:tc>
                <a:tc>
                  <a:txBody>
                    <a:bodyPr wrap="square">
                      <a:noAutofit/>
                    </a:bodyPr>
                    <a:lstStyle/>
                    <a:p>
                      <a:r>
                        <a:rPr sz="1800"/>
                        <a:t>spicewell sea salt</a:t>
                      </a:r>
                    </a:p>
                  </a:txBody>
                  <a:tcPr/>
                </a:tc>
                <a:tc>
                  <a:txBody>
                    <a:bodyPr wrap="square">
                      <a:noAutofit/>
                    </a:bodyPr>
                    <a:lstStyle/>
                    <a:p>
                      <a:r>
                        <a:rPr sz="1800"/>
                        <a:t>15</a:t>
                      </a:r>
                    </a:p>
                  </a:txBody>
                  <a:tcPr/>
                </a:tc>
                <a:extLst>
                  <a:ext uri="{0D108BD9-81ED-4DB2-BD59-A6C34878D82A}">
                    <a16:rowId xmlns:a16="http://schemas.microsoft.com/office/drawing/2014/main" val="333009427"/>
                  </a:ext>
                </a:extLst>
              </a:tr>
              <a:tr h="571818">
                <a:tc>
                  <a:txBody>
                    <a:bodyPr wrap="square">
                      <a:noAutofit/>
                    </a:bodyPr>
                    <a:lstStyle/>
                    <a:p>
                      <a:r>
                        <a:rPr sz="1800"/>
                        <a:t>Spicewell -  All  Salt- SP - Manual - Branded TOS 50+ - Launch VA 100325</a:t>
                      </a:r>
                    </a:p>
                  </a:txBody>
                  <a:tcPr/>
                </a:tc>
                <a:tc>
                  <a:txBody>
                    <a:bodyPr wrap="square">
                      <a:noAutofit/>
                    </a:bodyPr>
                    <a:lstStyle/>
                    <a:p>
                      <a:r>
                        <a:rPr sz="1800"/>
                        <a:t>Spicewell -  All  Salt- SP - Manual - Branded TOS 50+</a:t>
                      </a:r>
                    </a:p>
                  </a:txBody>
                  <a:tcPr/>
                </a:tc>
                <a:tc>
                  <a:txBody>
                    <a:bodyPr wrap="square">
                      <a:noAutofit/>
                    </a:bodyPr>
                    <a:lstStyle/>
                    <a:p>
                      <a:r>
                        <a:rPr sz="1800"/>
                        <a:t>spicewell sea salt</a:t>
                      </a:r>
                    </a:p>
                  </a:txBody>
                  <a:tcPr/>
                </a:tc>
                <a:tc>
                  <a:txBody>
                    <a:bodyPr wrap="square">
                      <a:noAutofit/>
                    </a:bodyPr>
                    <a:lstStyle/>
                    <a:p>
                      <a:r>
                        <a:rPr sz="1800"/>
                        <a:t>14</a:t>
                      </a:r>
                    </a:p>
                  </a:txBody>
                  <a:tcPr/>
                </a:tc>
                <a:extLst>
                  <a:ext uri="{0D108BD9-81ED-4DB2-BD59-A6C34878D82A}">
                    <a16:rowId xmlns:a16="http://schemas.microsoft.com/office/drawing/2014/main" val="3797857676"/>
                  </a:ext>
                </a:extLst>
              </a:tr>
              <a:tr h="571818">
                <a:tc>
                  <a:txBody>
                    <a:bodyPr wrap="square">
                      <a:noAutofit/>
                    </a:bodyPr>
                    <a:lstStyle/>
                    <a:p>
                      <a:r>
                        <a:rPr sz="1800"/>
                        <a:t>Spicewell - Himalayan Pink Salt Travel  Packets- Manual -  Branded  - Launch VA 060325</a:t>
                      </a:r>
                    </a:p>
                  </a:txBody>
                  <a:tcPr/>
                </a:tc>
                <a:tc>
                  <a:txBody>
                    <a:bodyPr wrap="square">
                      <a:noAutofit/>
                    </a:bodyPr>
                    <a:lstStyle/>
                    <a:p>
                      <a:r>
                        <a:rPr sz="1800"/>
                        <a:t>Spicewell - Himalayan Pink Salt Travel  Packets- Manual -  Branded</a:t>
                      </a:r>
                    </a:p>
                  </a:txBody>
                  <a:tcPr/>
                </a:tc>
                <a:tc>
                  <a:txBody>
                    <a:bodyPr wrap="square">
                      <a:noAutofit/>
                    </a:bodyPr>
                    <a:lstStyle/>
                    <a:p>
                      <a:r>
                        <a:rPr sz="1800"/>
                        <a:t>new salt</a:t>
                      </a:r>
                    </a:p>
                  </a:txBody>
                  <a:tcPr/>
                </a:tc>
                <a:tc>
                  <a:txBody>
                    <a:bodyPr wrap="square">
                      <a:noAutofit/>
                    </a:bodyPr>
                    <a:lstStyle/>
                    <a:p>
                      <a:r>
                        <a:rPr sz="1800"/>
                        <a:t>13</a:t>
                      </a:r>
                    </a:p>
                  </a:txBody>
                  <a:tcPr/>
                </a:tc>
                <a:extLst>
                  <a:ext uri="{0D108BD9-81ED-4DB2-BD59-A6C34878D82A}">
                    <a16:rowId xmlns:a16="http://schemas.microsoft.com/office/drawing/2014/main" val="1048807297"/>
                  </a:ext>
                </a:extLst>
              </a:tr>
              <a:tr h="571818">
                <a:tc>
                  <a:txBody>
                    <a:bodyPr wrap="square">
                      <a:noAutofit/>
                    </a:bodyPr>
                    <a:lstStyle/>
                    <a:p>
                      <a:r>
                        <a:rPr sz="1800"/>
                        <a:t>Spicewell -  All Pepper - SP -  Auto - Sub Comp - Launch VA 100325</a:t>
                      </a:r>
                    </a:p>
                  </a:txBody>
                  <a:tcPr/>
                </a:tc>
                <a:tc>
                  <a:txBody>
                    <a:bodyPr wrap="square">
                      <a:noAutofit/>
                    </a:bodyPr>
                    <a:lstStyle/>
                    <a:p>
                      <a:r>
                        <a:rPr sz="1800"/>
                        <a:t>Spicewell -  All Pepper - SP -  Auto - Sub Comp</a:t>
                      </a:r>
                    </a:p>
                  </a:txBody>
                  <a:tcPr/>
                </a:tc>
                <a:tc>
                  <a:txBody>
                    <a:bodyPr wrap="square">
                      <a:noAutofit/>
                    </a:bodyPr>
                    <a:lstStyle/>
                    <a:p>
                      <a:r>
                        <a:rPr sz="1800"/>
                        <a:t>b0btkbqv1r</a:t>
                      </a:r>
                    </a:p>
                  </a:txBody>
                  <a:tcPr/>
                </a:tc>
                <a:tc>
                  <a:txBody>
                    <a:bodyPr wrap="square">
                      <a:noAutofit/>
                    </a:bodyPr>
                    <a:lstStyle/>
                    <a:p>
                      <a:r>
                        <a:rPr sz="1800"/>
                        <a:t>13</a:t>
                      </a:r>
                    </a:p>
                  </a:txBody>
                  <a:tcPr/>
                </a:tc>
                <a:extLst>
                  <a:ext uri="{0D108BD9-81ED-4DB2-BD59-A6C34878D82A}">
                    <a16:rowId xmlns:a16="http://schemas.microsoft.com/office/drawing/2014/main" val="1058478444"/>
                  </a:ext>
                </a:extLst>
              </a:tr>
              <a:tr h="571818">
                <a:tc>
                  <a:txBody>
                    <a:bodyPr wrap="square">
                      <a:noAutofit/>
                    </a:bodyPr>
                    <a:lstStyle/>
                    <a:p>
                      <a:r>
                        <a:rPr sz="1800"/>
                        <a:t>Spicewell -  All Salt - SP -  Manual - HSV - TOS 50+ - PS1111 Optimizations</a:t>
                      </a:r>
                    </a:p>
                  </a:txBody>
                  <a:tcPr/>
                </a:tc>
                <a:tc>
                  <a:txBody>
                    <a:bodyPr wrap="square">
                      <a:noAutofit/>
                    </a:bodyPr>
                    <a:lstStyle/>
                    <a:p>
                      <a:r>
                        <a:rPr sz="1800"/>
                        <a:t>Spicewell -  All Salt - SP -  Manual - HSV</a:t>
                      </a:r>
                    </a:p>
                  </a:txBody>
                  <a:tcPr/>
                </a:tc>
                <a:tc>
                  <a:txBody>
                    <a:bodyPr wrap="square">
                      <a:noAutofit/>
                    </a:bodyPr>
                    <a:lstStyle/>
                    <a:p>
                      <a:r>
                        <a:rPr sz="1800"/>
                        <a:t>nu salt</a:t>
                      </a:r>
                    </a:p>
                  </a:txBody>
                  <a:tcPr/>
                </a:tc>
                <a:tc>
                  <a:txBody>
                    <a:bodyPr wrap="square">
                      <a:noAutofit/>
                    </a:bodyPr>
                    <a:lstStyle/>
                    <a:p>
                      <a:r>
                        <a:rPr sz="1800"/>
                        <a:t>11</a:t>
                      </a:r>
                    </a:p>
                  </a:txBody>
                  <a:tcPr/>
                </a:tc>
                <a:extLst>
                  <a:ext uri="{0D108BD9-81ED-4DB2-BD59-A6C34878D82A}">
                    <a16:rowId xmlns:a16="http://schemas.microsoft.com/office/drawing/2014/main" val="2280013786"/>
                  </a:ext>
                </a:extLst>
              </a:tr>
            </a:tbl>
          </a:graphicData>
        </a:graphic>
      </p:graphicFrame>
      <p:sp>
        <p:nvSpPr>
          <p:cNvPr id="4" name="object 18">
            <a:extLst>
              <a:ext uri="{FF2B5EF4-FFF2-40B4-BE49-F238E27FC236}">
                <a16:creationId xmlns:a16="http://schemas.microsoft.com/office/drawing/2014/main" id="{5CE1B65C-2338-9581-5F88-2EB4890703E3}"/>
              </a:ext>
            </a:extLst>
          </p:cNvPr>
          <p:cNvSpPr txBox="1">
            <a:spLocks/>
          </p:cNvSpPr>
          <p:nvPr/>
        </p:nvSpPr>
        <p:spPr>
          <a:xfrm>
            <a:off x="6699250" y="2069735"/>
            <a:ext cx="2971800" cy="323165"/>
          </a:xfrm>
          <a:prstGeom prst="rect">
            <a:avLst/>
          </a:prstGeom>
        </p:spPr>
        <p:txBody>
          <a:bodyPr vert="horz" wrap="square" lIns="0" tIns="15240" rIns="0" bIns="0" rtlCol="0">
            <a:spAutoFit/>
          </a:bodyPr>
          <a:lstStyle>
            <a:lvl1pPr>
              <a:defRPr sz="5100" b="1" i="0">
                <a:solidFill>
                  <a:srgbClr val="2A2E33"/>
                </a:solidFill>
                <a:latin typeface="Segoe UI"/>
                <a:ea typeface="+mj-ea"/>
                <a:cs typeface="Segoe UI"/>
              </a:defRPr>
            </a:lvl1pPr>
          </a:lstStyle>
          <a:p>
            <a:pPr marL="12700">
              <a:spcBef>
                <a:spcPts val="120"/>
              </a:spcBef>
            </a:pPr>
            <a:r>
              <a:rPr lang="en-US" sz="2000" dirty="0">
                <a:solidFill>
                  <a:schemeClr val="bg1"/>
                </a:solidFill>
              </a:rPr>
              <a:t>HIGHEST_CLICK_KW</a:t>
            </a:r>
            <a:endParaRPr lang="en-US" sz="2000" spc="-10" dirty="0">
              <a:solidFill>
                <a:schemeClr val="bg1"/>
              </a:solidFill>
            </a:endParaRPr>
          </a:p>
        </p:txBody>
      </p:sp>
    </p:spTree>
    <p:extLst>
      <p:ext uri="{BB962C8B-B14F-4D97-AF65-F5344CB8AC3E}">
        <p14:creationId xmlns:p14="http://schemas.microsoft.com/office/powerpoint/2010/main" val="17397358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A picture containing text&#10;&#10;Description automatically generated">
            <a:extLst>
              <a:ext uri="{FF2B5EF4-FFF2-40B4-BE49-F238E27FC236}">
                <a16:creationId xmlns:a16="http://schemas.microsoft.com/office/drawing/2014/main" id="{B8AC74CB-8A7C-98BB-76FF-145B3D0EF66E}"/>
              </a:ext>
            </a:extLst>
          </p:cNvPr>
          <p:cNvPicPr>
            <a:picLocks noChangeAspect="1"/>
          </p:cNvPicPr>
          <p:nvPr/>
        </p:nvPicPr>
        <p:blipFill>
          <a:blip r:embed="rId2">
            <a:alphaModFix amt="11000"/>
            <a:extLst>
              <a:ext uri="{28A0092B-C50C-407E-A947-70E740481C1C}">
                <a14:useLocalDpi xmlns:a14="http://schemas.microsoft.com/office/drawing/2010/main" val="0"/>
              </a:ext>
            </a:extLst>
          </a:blip>
          <a:stretch>
            <a:fillRect/>
          </a:stretch>
        </p:blipFill>
        <p:spPr>
          <a:xfrm>
            <a:off x="13528061" y="7863501"/>
            <a:ext cx="6927135" cy="4951619"/>
          </a:xfrm>
          <a:prstGeom prst="rect">
            <a:avLst/>
          </a:prstGeom>
        </p:spPr>
      </p:pic>
      <p:grpSp>
        <p:nvGrpSpPr>
          <p:cNvPr id="45" name="object 17">
            <a:extLst>
              <a:ext uri="{FF2B5EF4-FFF2-40B4-BE49-F238E27FC236}">
                <a16:creationId xmlns:a16="http://schemas.microsoft.com/office/drawing/2014/main" id="{74A7051F-C7B9-7ADC-8178-D2F12F0EE0B2}"/>
              </a:ext>
            </a:extLst>
          </p:cNvPr>
          <p:cNvGrpSpPr/>
          <p:nvPr/>
        </p:nvGrpSpPr>
        <p:grpSpPr>
          <a:xfrm>
            <a:off x="1478507" y="8719939"/>
            <a:ext cx="12049554" cy="3238938"/>
            <a:chOff x="-6032" y="8053346"/>
            <a:chExt cx="15664180" cy="4139565"/>
          </a:xfrm>
        </p:grpSpPr>
        <p:pic>
          <p:nvPicPr>
            <p:cNvPr id="46" name="object 18">
              <a:extLst>
                <a:ext uri="{FF2B5EF4-FFF2-40B4-BE49-F238E27FC236}">
                  <a16:creationId xmlns:a16="http://schemas.microsoft.com/office/drawing/2014/main" id="{69CF774F-0F7F-7758-CD92-8D18744E42D4}"/>
                </a:ext>
              </a:extLst>
            </p:cNvPr>
            <p:cNvPicPr/>
            <p:nvPr/>
          </p:nvPicPr>
          <p:blipFill>
            <a:blip r:embed="rId3" cstate="print"/>
            <a:stretch>
              <a:fillRect/>
            </a:stretch>
          </p:blipFill>
          <p:spPr>
            <a:xfrm>
              <a:off x="0" y="8059378"/>
              <a:ext cx="15651632" cy="4127253"/>
            </a:xfrm>
            <a:prstGeom prst="rect">
              <a:avLst/>
            </a:prstGeom>
          </p:spPr>
        </p:pic>
        <p:sp>
          <p:nvSpPr>
            <p:cNvPr id="47" name="object 19">
              <a:extLst>
                <a:ext uri="{FF2B5EF4-FFF2-40B4-BE49-F238E27FC236}">
                  <a16:creationId xmlns:a16="http://schemas.microsoft.com/office/drawing/2014/main" id="{0858B38D-2AE3-427D-A206-C7D5DF23FE69}"/>
                </a:ext>
              </a:extLst>
            </p:cNvPr>
            <p:cNvSpPr/>
            <p:nvPr/>
          </p:nvSpPr>
          <p:spPr>
            <a:xfrm>
              <a:off x="0" y="8059378"/>
              <a:ext cx="15652115" cy="4127500"/>
            </a:xfrm>
            <a:custGeom>
              <a:avLst/>
              <a:gdLst/>
              <a:ahLst/>
              <a:cxnLst/>
              <a:rect l="l" t="t" r="r" b="b"/>
              <a:pathLst>
                <a:path w="15652115" h="4127500">
                  <a:moveTo>
                    <a:pt x="0" y="0"/>
                  </a:moveTo>
                  <a:lnTo>
                    <a:pt x="15651633" y="0"/>
                  </a:lnTo>
                  <a:lnTo>
                    <a:pt x="15651633" y="4127253"/>
                  </a:lnTo>
                  <a:lnTo>
                    <a:pt x="0" y="4127253"/>
                  </a:lnTo>
                </a:path>
              </a:pathLst>
            </a:custGeom>
            <a:ln w="11825">
              <a:solidFill>
                <a:srgbClr val="FFCC1B"/>
              </a:solidFill>
            </a:ln>
          </p:spPr>
          <p:txBody>
            <a:bodyPr wrap="square" lIns="0" tIns="0" rIns="0" bIns="0" rtlCol="0"/>
            <a:lstStyle/>
            <a:p>
              <a:endParaRPr>
                <a:latin typeface="Segoe UI" panose="020B0502040204020203" pitchFamily="34" charset="0"/>
                <a:cs typeface="Segoe UI" panose="020B0502040204020203" pitchFamily="34" charset="0"/>
              </a:endParaRPr>
            </a:p>
          </p:txBody>
        </p:sp>
      </p:grpSp>
      <p:sp>
        <p:nvSpPr>
          <p:cNvPr id="18" name="object 18"/>
          <p:cNvSpPr txBox="1">
            <a:spLocks noGrp="1"/>
          </p:cNvSpPr>
          <p:nvPr>
            <p:ph type="title"/>
          </p:nvPr>
        </p:nvSpPr>
        <p:spPr>
          <a:xfrm>
            <a:off x="1654757" y="779637"/>
            <a:ext cx="13669644" cy="630942"/>
          </a:xfrm>
          <a:prstGeom prst="rect">
            <a:avLst/>
          </a:prstGeom>
        </p:spPr>
        <p:txBody>
          <a:bodyPr vert="horz" wrap="square" lIns="0" tIns="15240" rIns="0" bIns="0" rtlCol="0">
            <a:spAutoFit/>
          </a:bodyPr>
          <a:lstStyle/>
          <a:p>
            <a:pPr marL="12700">
              <a:lnSpc>
                <a:spcPct val="100000"/>
              </a:lnSpc>
              <a:spcBef>
                <a:spcPts val="120"/>
              </a:spcBef>
            </a:pPr>
            <a:r>
              <a:rPr lang="en-US" sz="4000" spc="-150" dirty="0">
                <a:latin typeface="Segoe UI" panose="020B0502040204020203" pitchFamily="34" charset="0"/>
                <a:cs typeface="Segoe UI" panose="020B0502040204020203" pitchFamily="34" charset="0"/>
              </a:rPr>
              <a:t>Duplicate Keyword</a:t>
            </a:r>
            <a:r>
              <a:rPr sz="4000" spc="-150" dirty="0">
                <a:latin typeface="Segoe UI" panose="020B0502040204020203" pitchFamily="34" charset="0"/>
                <a:cs typeface="Segoe UI" panose="020B0502040204020203" pitchFamily="34" charset="0"/>
              </a:rPr>
              <a:t> </a:t>
            </a:r>
            <a:r>
              <a:rPr sz="4000" spc="-10" dirty="0">
                <a:latin typeface="Segoe UI" panose="020B0502040204020203" pitchFamily="34" charset="0"/>
                <a:cs typeface="Segoe UI" panose="020B0502040204020203" pitchFamily="34" charset="0"/>
              </a:rPr>
              <a:t>Analysis</a:t>
            </a:r>
            <a:r>
              <a:rPr lang="en-US" sz="4000" spc="-10" dirty="0">
                <a:latin typeface="Segoe UI" panose="020B0502040204020203" pitchFamily="34" charset="0"/>
                <a:cs typeface="Segoe UI" panose="020B0502040204020203" pitchFamily="34" charset="0"/>
              </a:rPr>
              <a:t> – Sponsored Products</a:t>
            </a:r>
            <a:endParaRPr sz="4000" spc="-10" dirty="0">
              <a:latin typeface="Segoe UI" panose="020B0502040204020203" pitchFamily="34" charset="0"/>
              <a:cs typeface="Segoe UI" panose="020B0502040204020203" pitchFamily="34" charset="0"/>
            </a:endParaRPr>
          </a:p>
        </p:txBody>
      </p:sp>
      <p:sp>
        <p:nvSpPr>
          <p:cNvPr id="20" name="object 20"/>
          <p:cNvSpPr txBox="1"/>
          <p:nvPr/>
        </p:nvSpPr>
        <p:spPr>
          <a:xfrm>
            <a:off x="2053852" y="9473031"/>
            <a:ext cx="11049714" cy="2114553"/>
          </a:xfrm>
          <a:prstGeom prst="rect">
            <a:avLst/>
          </a:prstGeom>
        </p:spPr>
        <p:txBody>
          <a:bodyPr vert="horz" wrap="square" lIns="0" tIns="13335" rIns="0" bIns="0" rtlCol="0">
            <a:spAutoFit/>
          </a:bodyPr>
          <a:lstStyle/>
          <a:p>
            <a:pPr marL="12700" marR="5080">
              <a:lnSpc>
                <a:spcPct val="125400"/>
              </a:lnSpc>
              <a:spcBef>
                <a:spcPts val="5"/>
              </a:spcBef>
            </a:pPr>
            <a:r>
              <a:rPr sz="2400">
                <a:solidFill>
                  <a:srgbClr val="FFFFFF"/>
                </a:solidFill>
              </a:rPr>
              <a:t>Total duplicate keywords: 108</a:t>
            </a:r>
          </a:p>
          <a:p>
            <a:pPr marL="12700" marR="5080">
              <a:lnSpc>
                <a:spcPct val="125400"/>
              </a:lnSpc>
              <a:spcBef>
                <a:spcPts val="5"/>
              </a:spcBef>
            </a:pPr>
            <a:r>
              <a:rPr sz="2400">
                <a:solidFill>
                  <a:srgbClr val="FFFFFF"/>
                </a:solidFill>
              </a:rPr>
              <a:t>Total unique keywords duplicated: 44</a:t>
            </a:r>
          </a:p>
          <a:p>
            <a:pPr marL="12700" marR="5080">
              <a:lnSpc>
                <a:spcPct val="125400"/>
              </a:lnSpc>
              <a:spcBef>
                <a:spcPts val="5"/>
              </a:spcBef>
            </a:pPr>
            <a:r>
              <a:rPr sz="2400">
                <a:solidFill>
                  <a:srgbClr val="FFFFFF"/>
                </a:solidFill>
              </a:rPr>
              <a:t>Total exact and phrase match duplicate keywords: 11</a:t>
            </a:r>
          </a:p>
        </p:txBody>
      </p:sp>
      <p:sp>
        <p:nvSpPr>
          <p:cNvPr id="21" name="object 21"/>
          <p:cNvSpPr/>
          <p:nvPr/>
        </p:nvSpPr>
        <p:spPr>
          <a:xfrm>
            <a:off x="1667457" y="1838933"/>
            <a:ext cx="4139565" cy="154305"/>
          </a:xfrm>
          <a:custGeom>
            <a:avLst/>
            <a:gdLst/>
            <a:ahLst/>
            <a:cxnLst/>
            <a:rect l="l" t="t" r="r" b="b"/>
            <a:pathLst>
              <a:path w="4139565" h="154305">
                <a:moveTo>
                  <a:pt x="0" y="0"/>
                </a:moveTo>
                <a:lnTo>
                  <a:pt x="4139079" y="0"/>
                </a:lnTo>
                <a:lnTo>
                  <a:pt x="4139079" y="153737"/>
                </a:lnTo>
                <a:lnTo>
                  <a:pt x="0" y="153737"/>
                </a:lnTo>
                <a:lnTo>
                  <a:pt x="0" y="0"/>
                </a:lnTo>
                <a:close/>
              </a:path>
            </a:pathLst>
          </a:custGeom>
          <a:solidFill>
            <a:srgbClr val="FFCC1B"/>
          </a:solidFill>
        </p:spPr>
        <p:txBody>
          <a:bodyPr wrap="square" lIns="0" tIns="0" rIns="0" bIns="0" rtlCol="0"/>
          <a:lstStyle/>
          <a:p>
            <a:endParaRPr>
              <a:latin typeface="Segoe UI" panose="020B0502040204020203" pitchFamily="34" charset="0"/>
              <a:cs typeface="Segoe UI" panose="020B0502040204020203" pitchFamily="34" charset="0"/>
            </a:endParaRPr>
          </a:p>
        </p:txBody>
      </p:sp>
      <p:pic>
        <p:nvPicPr>
          <p:cNvPr id="48" name="Picture 47">
            <a:extLst>
              <a:ext uri="{FF2B5EF4-FFF2-40B4-BE49-F238E27FC236}">
                <a16:creationId xmlns:a16="http://schemas.microsoft.com/office/drawing/2014/main" id="{A48E2B2C-25A1-89EE-819A-7865CFB074A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6991629" y="303787"/>
            <a:ext cx="2694313" cy="978913"/>
          </a:xfrm>
          <a:prstGeom prst="rect">
            <a:avLst/>
          </a:prstGeom>
        </p:spPr>
      </p:pic>
      <p:graphicFrame>
        <p:nvGraphicFramePr>
          <p:cNvPr id="8" name="Chart 7">
            <a:extLst>
              <a:ext uri="{FF2B5EF4-FFF2-40B4-BE49-F238E27FC236}">
                <a16:creationId xmlns:a16="http://schemas.microsoft.com/office/drawing/2014/main" id="{708506DA-AFA3-24C7-4A13-DCEB12433D4B}"/>
              </a:ext>
            </a:extLst>
          </p:cNvPr>
          <p:cNvGraphicFramePr/>
          <p:nvPr>
            <p:extLst>
              <p:ext uri="{D42A27DB-BD31-4B8C-83A1-F6EECF244321}">
                <p14:modId xmlns:p14="http://schemas.microsoft.com/office/powerpoint/2010/main" val="4065047367"/>
              </p:ext>
            </p:extLst>
          </p:nvPr>
        </p:nvGraphicFramePr>
        <p:xfrm>
          <a:off x="1629357" y="2147542"/>
          <a:ext cx="13379031" cy="6123353"/>
        </p:xfrm>
        <a:graphic>
          <a:graphicData uri="http://schemas.openxmlformats.org/drawingml/2006/chart">
            <c:chart xmlns:c="http://schemas.openxmlformats.org/drawingml/2006/chart" xmlns:r="http://schemas.openxmlformats.org/officeDocument/2006/relationships" r:id="rId5"/>
          </a:graphicData>
        </a:graphic>
      </p:graphicFrame>
      <p:pic>
        <p:nvPicPr>
          <p:cNvPr id="9" name="object 78">
            <a:extLst>
              <a:ext uri="{FF2B5EF4-FFF2-40B4-BE49-F238E27FC236}">
                <a16:creationId xmlns:a16="http://schemas.microsoft.com/office/drawing/2014/main" id="{45281D71-BE36-23D0-B709-25ABB8E59F34}"/>
              </a:ext>
            </a:extLst>
          </p:cNvPr>
          <p:cNvPicPr/>
          <p:nvPr/>
        </p:nvPicPr>
        <p:blipFill>
          <a:blip r:embed="rId6" cstate="print">
            <a:alphaModFix amt="35000"/>
          </a:blip>
          <a:stretch>
            <a:fillRect/>
          </a:stretch>
        </p:blipFill>
        <p:spPr>
          <a:xfrm>
            <a:off x="16248843" y="4387424"/>
            <a:ext cx="3855256" cy="8384591"/>
          </a:xfrm>
          <a:prstGeom prst="rect">
            <a:avLst/>
          </a:prstGeom>
        </p:spPr>
      </p:pic>
      <p:sp>
        <p:nvSpPr>
          <p:cNvPr id="4" name="Slide Number Placeholder 16">
            <a:extLst>
              <a:ext uri="{FF2B5EF4-FFF2-40B4-BE49-F238E27FC236}">
                <a16:creationId xmlns:a16="http://schemas.microsoft.com/office/drawing/2014/main" id="{494FA73B-8041-233F-BFCE-83BAF2C4EDFA}"/>
              </a:ext>
            </a:extLst>
          </p:cNvPr>
          <p:cNvSpPr>
            <a:spLocks noGrp="1"/>
          </p:cNvSpPr>
          <p:nvPr>
            <p:ph type="sldNum" sz="quarter" idx="7"/>
          </p:nvPr>
        </p:nvSpPr>
        <p:spPr>
          <a:xfrm>
            <a:off x="19514078" y="12208440"/>
            <a:ext cx="361314" cy="284693"/>
          </a:xfrm>
        </p:spPr>
        <p:txBody>
          <a:bodyPr/>
          <a:lstStyle/>
          <a:p>
            <a:pPr marL="38100">
              <a:lnSpc>
                <a:spcPct val="100000"/>
              </a:lnSpc>
              <a:spcBef>
                <a:spcPts val="259"/>
              </a:spcBef>
            </a:pPr>
            <a:fld id="{81D60167-4931-47E6-BA6A-407CBD079E47}" type="slidenum">
              <a:rPr lang="en-IN" spc="-25" smtClean="0">
                <a:latin typeface="Segoe UI" panose="020B0502040204020203" pitchFamily="34" charset="0"/>
                <a:cs typeface="Segoe UI" panose="020B0502040204020203" pitchFamily="34" charset="0"/>
              </a:rPr>
              <a:t>10</a:t>
            </a:fld>
            <a:endParaRPr lang="en-IN" spc="-25" dirty="0">
              <a:latin typeface="Segoe UI" panose="020B0502040204020203" pitchFamily="34" charset="0"/>
              <a:cs typeface="Segoe UI" panose="020B0502040204020203" pitchFamily="34" charset="0"/>
            </a:endParaRPr>
          </a:p>
        </p:txBody>
      </p:sp>
      <p:sp>
        <p:nvSpPr>
          <p:cNvPr id="2" name="object 20">
            <a:extLst>
              <a:ext uri="{FF2B5EF4-FFF2-40B4-BE49-F238E27FC236}">
                <a16:creationId xmlns:a16="http://schemas.microsoft.com/office/drawing/2014/main" id="{8AF7AE76-95B0-D95D-5BCE-CB0E3D6757DE}"/>
              </a:ext>
            </a:extLst>
          </p:cNvPr>
          <p:cNvSpPr txBox="1"/>
          <p:nvPr/>
        </p:nvSpPr>
        <p:spPr>
          <a:xfrm>
            <a:off x="2038358" y="8961702"/>
            <a:ext cx="11403103" cy="382797"/>
          </a:xfrm>
          <a:prstGeom prst="rect">
            <a:avLst/>
          </a:prstGeom>
        </p:spPr>
        <p:txBody>
          <a:bodyPr vert="horz" wrap="square" lIns="0" tIns="13335" rIns="0" bIns="0" rtlCol="0">
            <a:spAutoFit/>
          </a:bodyPr>
          <a:lstStyle/>
          <a:p>
            <a:pPr marL="12700">
              <a:lnSpc>
                <a:spcPct val="100000"/>
              </a:lnSpc>
              <a:spcBef>
                <a:spcPts val="105"/>
              </a:spcBef>
            </a:pPr>
            <a:r>
              <a:rPr lang="en-US" sz="2400" b="1" spc="-10" dirty="0">
                <a:solidFill>
                  <a:srgbClr val="FFCC1B"/>
                </a:solidFill>
                <a:latin typeface="Segoe UI" panose="020B0502040204020203" pitchFamily="34" charset="0"/>
                <a:cs typeface="Segoe UI" panose="020B0502040204020203" pitchFamily="34" charset="0"/>
              </a:rPr>
              <a:t>Analysis:</a:t>
            </a:r>
            <a:endParaRPr lang="en-US" sz="2400"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17677190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A1B220D-003B-AD73-4638-A83C5E67FB5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2092"/>
            <a:ext cx="20107392" cy="12774108"/>
          </a:xfrm>
          <a:prstGeom prst="rect">
            <a:avLst/>
          </a:prstGeom>
        </p:spPr>
      </p:pic>
      <p:sp>
        <p:nvSpPr>
          <p:cNvPr id="4" name="object 4">
            <a:extLst>
              <a:ext uri="{FF2B5EF4-FFF2-40B4-BE49-F238E27FC236}">
                <a16:creationId xmlns:a16="http://schemas.microsoft.com/office/drawing/2014/main" id="{D6629C49-8A82-94D4-A609-16886B14A825}"/>
              </a:ext>
            </a:extLst>
          </p:cNvPr>
          <p:cNvSpPr txBox="1"/>
          <p:nvPr/>
        </p:nvSpPr>
        <p:spPr>
          <a:xfrm>
            <a:off x="13066791" y="9861960"/>
            <a:ext cx="5930900" cy="2249170"/>
          </a:xfrm>
          <a:prstGeom prst="rect">
            <a:avLst/>
          </a:prstGeom>
        </p:spPr>
        <p:txBody>
          <a:bodyPr vert="horz" wrap="square" lIns="0" tIns="11430" rIns="0" bIns="0" rtlCol="0">
            <a:spAutoFit/>
          </a:bodyPr>
          <a:lstStyle/>
          <a:p>
            <a:pPr marL="12700" marR="1285240">
              <a:lnSpc>
                <a:spcPct val="158600"/>
              </a:lnSpc>
              <a:spcBef>
                <a:spcPts val="90"/>
              </a:spcBef>
            </a:pPr>
            <a:r>
              <a:rPr sz="2300" spc="-10" dirty="0">
                <a:solidFill>
                  <a:srgbClr val="2A2E33"/>
                </a:solidFill>
                <a:latin typeface="Segoe UI"/>
                <a:cs typeface="Segoe UI"/>
                <a:hlinkClick r:id="rId3"/>
              </a:rPr>
              <a:t>sayhello@exportaccelerator.com.au</a:t>
            </a:r>
            <a:r>
              <a:rPr sz="2300" spc="-10" dirty="0">
                <a:solidFill>
                  <a:srgbClr val="2A2E33"/>
                </a:solidFill>
                <a:latin typeface="Segoe UI"/>
                <a:cs typeface="Segoe UI"/>
              </a:rPr>
              <a:t> </a:t>
            </a:r>
            <a:r>
              <a:rPr sz="2300" dirty="0">
                <a:solidFill>
                  <a:srgbClr val="2A2E33"/>
                </a:solidFill>
                <a:latin typeface="Segoe UI"/>
                <a:cs typeface="Segoe UI"/>
              </a:rPr>
              <a:t>0402</a:t>
            </a:r>
            <a:r>
              <a:rPr sz="2300" spc="45" dirty="0">
                <a:solidFill>
                  <a:srgbClr val="2A2E33"/>
                </a:solidFill>
                <a:latin typeface="Segoe UI"/>
                <a:cs typeface="Segoe UI"/>
              </a:rPr>
              <a:t> </a:t>
            </a:r>
            <a:r>
              <a:rPr sz="2300" dirty="0">
                <a:solidFill>
                  <a:srgbClr val="2A2E33"/>
                </a:solidFill>
                <a:latin typeface="Segoe UI"/>
                <a:cs typeface="Segoe UI"/>
              </a:rPr>
              <a:t>934</a:t>
            </a:r>
            <a:r>
              <a:rPr sz="2300" spc="50" dirty="0">
                <a:solidFill>
                  <a:srgbClr val="2A2E33"/>
                </a:solidFill>
                <a:latin typeface="Segoe UI"/>
                <a:cs typeface="Segoe UI"/>
              </a:rPr>
              <a:t> </a:t>
            </a:r>
            <a:r>
              <a:rPr sz="2300" spc="-25" dirty="0">
                <a:solidFill>
                  <a:srgbClr val="2A2E33"/>
                </a:solidFill>
                <a:latin typeface="Segoe UI"/>
                <a:cs typeface="Segoe UI"/>
              </a:rPr>
              <a:t>576</a:t>
            </a:r>
            <a:endParaRPr sz="2300" dirty="0">
              <a:latin typeface="Segoe UI"/>
              <a:cs typeface="Segoe UI"/>
            </a:endParaRPr>
          </a:p>
          <a:p>
            <a:pPr marL="12700" marR="5080">
              <a:lnSpc>
                <a:spcPct val="158600"/>
              </a:lnSpc>
            </a:pPr>
            <a:r>
              <a:rPr sz="2300" dirty="0">
                <a:solidFill>
                  <a:srgbClr val="2A2E33"/>
                </a:solidFill>
                <a:latin typeface="Segoe UI"/>
                <a:cs typeface="Segoe UI"/>
              </a:rPr>
              <a:t>Level</a:t>
            </a:r>
            <a:r>
              <a:rPr sz="2300" spc="45" dirty="0">
                <a:solidFill>
                  <a:srgbClr val="2A2E33"/>
                </a:solidFill>
                <a:latin typeface="Segoe UI"/>
                <a:cs typeface="Segoe UI"/>
              </a:rPr>
              <a:t> </a:t>
            </a:r>
            <a:r>
              <a:rPr sz="2300" dirty="0">
                <a:solidFill>
                  <a:srgbClr val="2A2E33"/>
                </a:solidFill>
                <a:latin typeface="Segoe UI"/>
                <a:cs typeface="Segoe UI"/>
              </a:rPr>
              <a:t>19,</a:t>
            </a:r>
            <a:r>
              <a:rPr sz="2300" spc="45" dirty="0">
                <a:solidFill>
                  <a:srgbClr val="2A2E33"/>
                </a:solidFill>
                <a:latin typeface="Segoe UI"/>
                <a:cs typeface="Segoe UI"/>
              </a:rPr>
              <a:t> </a:t>
            </a:r>
            <a:r>
              <a:rPr sz="2300" dirty="0">
                <a:solidFill>
                  <a:srgbClr val="2A2E33"/>
                </a:solidFill>
                <a:latin typeface="Segoe UI"/>
                <a:cs typeface="Segoe UI"/>
              </a:rPr>
              <a:t>10</a:t>
            </a:r>
            <a:r>
              <a:rPr sz="2300" spc="45" dirty="0">
                <a:solidFill>
                  <a:srgbClr val="2A2E33"/>
                </a:solidFill>
                <a:latin typeface="Segoe UI"/>
                <a:cs typeface="Segoe UI"/>
              </a:rPr>
              <a:t> </a:t>
            </a:r>
            <a:r>
              <a:rPr sz="2300" dirty="0">
                <a:solidFill>
                  <a:srgbClr val="2A2E33"/>
                </a:solidFill>
                <a:latin typeface="Segoe UI"/>
                <a:cs typeface="Segoe UI"/>
              </a:rPr>
              <a:t>Eagle</a:t>
            </a:r>
            <a:r>
              <a:rPr sz="2300" spc="50" dirty="0">
                <a:solidFill>
                  <a:srgbClr val="2A2E33"/>
                </a:solidFill>
                <a:latin typeface="Segoe UI"/>
                <a:cs typeface="Segoe UI"/>
              </a:rPr>
              <a:t> </a:t>
            </a:r>
            <a:r>
              <a:rPr sz="2300" dirty="0">
                <a:solidFill>
                  <a:srgbClr val="2A2E33"/>
                </a:solidFill>
                <a:latin typeface="Segoe UI"/>
                <a:cs typeface="Segoe UI"/>
              </a:rPr>
              <a:t>Street,</a:t>
            </a:r>
            <a:r>
              <a:rPr sz="2300" spc="45" dirty="0">
                <a:solidFill>
                  <a:srgbClr val="2A2E33"/>
                </a:solidFill>
                <a:latin typeface="Segoe UI"/>
                <a:cs typeface="Segoe UI"/>
              </a:rPr>
              <a:t> </a:t>
            </a:r>
            <a:r>
              <a:rPr sz="2300" dirty="0">
                <a:solidFill>
                  <a:srgbClr val="2A2E33"/>
                </a:solidFill>
                <a:latin typeface="Segoe UI"/>
                <a:cs typeface="Segoe UI"/>
              </a:rPr>
              <a:t>Brisbane,</a:t>
            </a:r>
            <a:r>
              <a:rPr sz="2300" spc="45" dirty="0">
                <a:solidFill>
                  <a:srgbClr val="2A2E33"/>
                </a:solidFill>
                <a:latin typeface="Segoe UI"/>
                <a:cs typeface="Segoe UI"/>
              </a:rPr>
              <a:t> </a:t>
            </a:r>
            <a:r>
              <a:rPr sz="2300" dirty="0">
                <a:solidFill>
                  <a:srgbClr val="2A2E33"/>
                </a:solidFill>
                <a:latin typeface="Segoe UI"/>
                <a:cs typeface="Segoe UI"/>
              </a:rPr>
              <a:t>QLD,</a:t>
            </a:r>
            <a:r>
              <a:rPr sz="2300" spc="50" dirty="0">
                <a:solidFill>
                  <a:srgbClr val="2A2E33"/>
                </a:solidFill>
                <a:latin typeface="Segoe UI"/>
                <a:cs typeface="Segoe UI"/>
              </a:rPr>
              <a:t> </a:t>
            </a:r>
            <a:r>
              <a:rPr sz="2300" spc="-20" dirty="0">
                <a:solidFill>
                  <a:srgbClr val="2A2E33"/>
                </a:solidFill>
                <a:latin typeface="Segoe UI"/>
                <a:cs typeface="Segoe UI"/>
              </a:rPr>
              <a:t>4000 </a:t>
            </a:r>
            <a:r>
              <a:rPr sz="2300" dirty="0">
                <a:solidFill>
                  <a:srgbClr val="2A2E33"/>
                </a:solidFill>
                <a:latin typeface="Segoe UI"/>
                <a:cs typeface="Segoe UI"/>
              </a:rPr>
              <a:t>Visit:</a:t>
            </a:r>
            <a:r>
              <a:rPr sz="2300" spc="50" dirty="0">
                <a:solidFill>
                  <a:srgbClr val="2A2E33"/>
                </a:solidFill>
                <a:latin typeface="Segoe UI"/>
                <a:cs typeface="Segoe UI"/>
              </a:rPr>
              <a:t> </a:t>
            </a:r>
            <a:r>
              <a:rPr sz="2300" spc="-10" dirty="0">
                <a:solidFill>
                  <a:srgbClr val="2A2E33"/>
                </a:solidFill>
                <a:latin typeface="Segoe UI"/>
                <a:cs typeface="Segoe UI"/>
              </a:rPr>
              <a:t>https://exportaccelerator.com.au</a:t>
            </a:r>
            <a:endParaRPr sz="2300" dirty="0">
              <a:latin typeface="Segoe UI"/>
              <a:cs typeface="Segoe UI"/>
            </a:endParaRPr>
          </a:p>
        </p:txBody>
      </p:sp>
      <p:pic>
        <p:nvPicPr>
          <p:cNvPr id="5" name="object 5">
            <a:extLst>
              <a:ext uri="{FF2B5EF4-FFF2-40B4-BE49-F238E27FC236}">
                <a16:creationId xmlns:a16="http://schemas.microsoft.com/office/drawing/2014/main" id="{65361127-5F60-88D2-F176-9A3038B6288E}"/>
              </a:ext>
            </a:extLst>
          </p:cNvPr>
          <p:cNvPicPr/>
          <p:nvPr/>
        </p:nvPicPr>
        <p:blipFill>
          <a:blip r:embed="rId4" cstate="print"/>
          <a:stretch>
            <a:fillRect/>
          </a:stretch>
        </p:blipFill>
        <p:spPr>
          <a:xfrm>
            <a:off x="12378063" y="10641698"/>
            <a:ext cx="357327" cy="356228"/>
          </a:xfrm>
          <a:prstGeom prst="rect">
            <a:avLst/>
          </a:prstGeom>
        </p:spPr>
      </p:pic>
      <p:pic>
        <p:nvPicPr>
          <p:cNvPr id="6" name="object 6">
            <a:extLst>
              <a:ext uri="{FF2B5EF4-FFF2-40B4-BE49-F238E27FC236}">
                <a16:creationId xmlns:a16="http://schemas.microsoft.com/office/drawing/2014/main" id="{4BDD62C5-AE25-AF93-1F85-24F1CC3106A7}"/>
              </a:ext>
            </a:extLst>
          </p:cNvPr>
          <p:cNvPicPr/>
          <p:nvPr/>
        </p:nvPicPr>
        <p:blipFill>
          <a:blip r:embed="rId5" cstate="print"/>
          <a:stretch>
            <a:fillRect/>
          </a:stretch>
        </p:blipFill>
        <p:spPr>
          <a:xfrm>
            <a:off x="12399213" y="11205398"/>
            <a:ext cx="319668" cy="412149"/>
          </a:xfrm>
          <a:prstGeom prst="rect">
            <a:avLst/>
          </a:prstGeom>
        </p:spPr>
      </p:pic>
      <p:pic>
        <p:nvPicPr>
          <p:cNvPr id="7" name="object 7">
            <a:extLst>
              <a:ext uri="{FF2B5EF4-FFF2-40B4-BE49-F238E27FC236}">
                <a16:creationId xmlns:a16="http://schemas.microsoft.com/office/drawing/2014/main" id="{53B04C4E-79F5-0154-704A-5B9C3582B7EC}"/>
              </a:ext>
            </a:extLst>
          </p:cNvPr>
          <p:cNvPicPr/>
          <p:nvPr/>
        </p:nvPicPr>
        <p:blipFill>
          <a:blip r:embed="rId6" cstate="print"/>
          <a:stretch>
            <a:fillRect/>
          </a:stretch>
        </p:blipFill>
        <p:spPr>
          <a:xfrm>
            <a:off x="12346090" y="10126529"/>
            <a:ext cx="416823" cy="297781"/>
          </a:xfrm>
          <a:prstGeom prst="rect">
            <a:avLst/>
          </a:prstGeom>
        </p:spPr>
      </p:pic>
      <p:pic>
        <p:nvPicPr>
          <p:cNvPr id="8" name="object 8">
            <a:extLst>
              <a:ext uri="{FF2B5EF4-FFF2-40B4-BE49-F238E27FC236}">
                <a16:creationId xmlns:a16="http://schemas.microsoft.com/office/drawing/2014/main" id="{4BF52BE8-176D-4DB2-60B1-AF1F47F37754}"/>
              </a:ext>
            </a:extLst>
          </p:cNvPr>
          <p:cNvPicPr/>
          <p:nvPr/>
        </p:nvPicPr>
        <p:blipFill>
          <a:blip r:embed="rId7" cstate="print"/>
          <a:stretch>
            <a:fillRect/>
          </a:stretch>
        </p:blipFill>
        <p:spPr>
          <a:xfrm>
            <a:off x="12377931" y="11782056"/>
            <a:ext cx="354916" cy="355350"/>
          </a:xfrm>
          <a:prstGeom prst="rect">
            <a:avLst/>
          </a:prstGeom>
        </p:spPr>
      </p:pic>
      <p:pic>
        <p:nvPicPr>
          <p:cNvPr id="11" name="Picture 10">
            <a:extLst>
              <a:ext uri="{FF2B5EF4-FFF2-40B4-BE49-F238E27FC236}">
                <a16:creationId xmlns:a16="http://schemas.microsoft.com/office/drawing/2014/main" id="{C085B6C5-CE31-532C-CA19-20046F1BA3D5}"/>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584339" y="10404160"/>
            <a:ext cx="4281479" cy="1555571"/>
          </a:xfrm>
          <a:prstGeom prst="rect">
            <a:avLst/>
          </a:prstGeom>
        </p:spPr>
      </p:pic>
    </p:spTree>
    <p:extLst>
      <p:ext uri="{BB962C8B-B14F-4D97-AF65-F5344CB8AC3E}">
        <p14:creationId xmlns:p14="http://schemas.microsoft.com/office/powerpoint/2010/main" val="290884321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2A2E33"/>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3635</TotalTime>
  <Words>722</Words>
  <Application>Microsoft Office PowerPoint</Application>
  <PresentationFormat>Custom</PresentationFormat>
  <Paragraphs>151</Paragraphs>
  <Slides>11</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Segoe UI</vt:lpstr>
      <vt:lpstr>Office Theme</vt:lpstr>
      <vt:lpstr>{{brand_name}}</vt:lpstr>
      <vt:lpstr>Contents</vt:lpstr>
      <vt:lpstr>Keyword Analysis – Sponsored Products</vt:lpstr>
      <vt:lpstr>Sales &amp; Ineffective Ad Spend – Sponsored Products</vt:lpstr>
      <vt:lpstr>Match Type Analysis – Sponsored Products</vt:lpstr>
      <vt:lpstr>Campaign Analysis – Sponsored Products</vt:lpstr>
      <vt:lpstr>Lowest ACoS Keywords – Sponsored Products</vt:lpstr>
      <vt:lpstr>Highest ACoS Keywords – Sponsored Products</vt:lpstr>
      <vt:lpstr>Highest Click Keywords with No Sales</vt:lpstr>
      <vt:lpstr>Duplicate Keyword Analysis – Sponsored Products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TechXS (US)</dc:title>
  <dc:creator>Arun</dc:creator>
  <cp:lastModifiedBy>Ryan Fernandes</cp:lastModifiedBy>
  <cp:revision>67</cp:revision>
  <dcterms:created xsi:type="dcterms:W3CDTF">2022-12-05T06:27:48Z</dcterms:created>
  <dcterms:modified xsi:type="dcterms:W3CDTF">2026-04-03T06:35:41Z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oducer">
    <vt:lpwstr>Adobe XD</vt:lpwstr>
  </property>
</Properties>
</file>